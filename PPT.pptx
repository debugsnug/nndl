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59" r:id="rId1"/>
  </p:sldMasterIdLst>
  <p:notesMasterIdLst>
    <p:notesMasterId r:id="rId17"/>
  </p:notesMasterIdLst>
  <p:sldIdLst>
    <p:sldId id="965" r:id="rId2"/>
    <p:sldId id="966" r:id="rId3"/>
    <p:sldId id="1020" r:id="rId4"/>
    <p:sldId id="967" r:id="rId5"/>
    <p:sldId id="1027" r:id="rId6"/>
    <p:sldId id="1021" r:id="rId7"/>
    <p:sldId id="1022" r:id="rId8"/>
    <p:sldId id="1030" r:id="rId9"/>
    <p:sldId id="1023" r:id="rId10"/>
    <p:sldId id="1024" r:id="rId11"/>
    <p:sldId id="1028" r:id="rId12"/>
    <p:sldId id="1031" r:id="rId13"/>
    <p:sldId id="1032" r:id="rId14"/>
    <p:sldId id="1025" r:id="rId15"/>
    <p:sldId id="1026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02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F57E3-4637-54BC-4929-3386DD36A0BE}" v="2" dt="2025-11-27T03:46:09.959"/>
    <p1510:client id="{57D2E29E-82C5-477F-93E8-09D799F119B6}" v="264" dt="2025-11-27T04:15:39.80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KISHORE-[BL.EN.U4CSE23024]" userId="eda97711-11d5-4400-be96-fb23655239f5" providerId="ADAL" clId="{BD7E6C94-0CEB-4097-B405-538D82B2144D}"/>
    <pc:docChg chg="undo redo custSel addSld delSld modSld sldOrd">
      <pc:chgData name="KIRAN KISHORE-[BL.EN.U4CSE23024]" userId="eda97711-11d5-4400-be96-fb23655239f5" providerId="ADAL" clId="{BD7E6C94-0CEB-4097-B405-538D82B2144D}" dt="2025-11-27T04:15:39.804" v="2033" actId="962"/>
      <pc:docMkLst>
        <pc:docMk/>
      </pc:docMkLst>
      <pc:sldChg chg="modSp mod">
        <pc:chgData name="KIRAN KISHORE-[BL.EN.U4CSE23024]" userId="eda97711-11d5-4400-be96-fb23655239f5" providerId="ADAL" clId="{BD7E6C94-0CEB-4097-B405-538D82B2144D}" dt="2025-11-26T15:20:12.713" v="359" actId="14100"/>
        <pc:sldMkLst>
          <pc:docMk/>
          <pc:sldMk cId="4123341510" sldId="965"/>
        </pc:sldMkLst>
        <pc:spChg chg="mod ord">
          <ac:chgData name="KIRAN KISHORE-[BL.EN.U4CSE23024]" userId="eda97711-11d5-4400-be96-fb23655239f5" providerId="ADAL" clId="{BD7E6C94-0CEB-4097-B405-538D82B2144D}" dt="2025-11-26T15:20:12.713" v="359" actId="14100"/>
          <ac:spMkLst>
            <pc:docMk/>
            <pc:sldMk cId="4123341510" sldId="965"/>
            <ac:spMk id="4" creationId="{BC0CFD00-3FA3-41EB-9053-EE933B60616C}"/>
          </ac:spMkLst>
        </pc:spChg>
        <pc:spChg chg="mod">
          <ac:chgData name="KIRAN KISHORE-[BL.EN.U4CSE23024]" userId="eda97711-11d5-4400-be96-fb23655239f5" providerId="ADAL" clId="{BD7E6C94-0CEB-4097-B405-538D82B2144D}" dt="2025-11-26T14:55:19.956" v="282" actId="12788"/>
          <ac:spMkLst>
            <pc:docMk/>
            <pc:sldMk cId="4123341510" sldId="965"/>
            <ac:spMk id="10" creationId="{4765D4A2-2674-4D26-B5DA-1CFF8AFC3301}"/>
          </ac:spMkLst>
        </pc:spChg>
        <pc:spChg chg="mod">
          <ac:chgData name="KIRAN KISHORE-[BL.EN.U4CSE23024]" userId="eda97711-11d5-4400-be96-fb23655239f5" providerId="ADAL" clId="{BD7E6C94-0CEB-4097-B405-538D82B2144D}" dt="2025-11-26T14:55:35.227" v="284" actId="12788"/>
          <ac:spMkLst>
            <pc:docMk/>
            <pc:sldMk cId="4123341510" sldId="965"/>
            <ac:spMk id="14" creationId="{D2EE4D94-3119-A8EC-3E4E-C059441E1B2A}"/>
          </ac:spMkLst>
        </pc:spChg>
        <pc:graphicFrameChg chg="mod modGraphic">
          <ac:chgData name="KIRAN KISHORE-[BL.EN.U4CSE23024]" userId="eda97711-11d5-4400-be96-fb23655239f5" providerId="ADAL" clId="{BD7E6C94-0CEB-4097-B405-538D82B2144D}" dt="2025-11-26T14:55:29.358" v="283" actId="12788"/>
          <ac:graphicFrameMkLst>
            <pc:docMk/>
            <pc:sldMk cId="4123341510" sldId="965"/>
            <ac:graphicFrameMk id="16" creationId="{A63BE85B-6374-76D7-5E38-FC60C7AC7E8A}"/>
          </ac:graphicFrameMkLst>
        </pc:graphicFrameChg>
        <pc:picChg chg="mod">
          <ac:chgData name="KIRAN KISHORE-[BL.EN.U4CSE23024]" userId="eda97711-11d5-4400-be96-fb23655239f5" providerId="ADAL" clId="{BD7E6C94-0CEB-4097-B405-538D82B2144D}" dt="2025-11-26T14:50:57.974" v="271" actId="1035"/>
          <ac:picMkLst>
            <pc:docMk/>
            <pc:sldMk cId="4123341510" sldId="965"/>
            <ac:picMk id="6" creationId="{601DD6C4-398E-4151-A3CB-D0D93CDFAAEE}"/>
          </ac:picMkLst>
        </pc:picChg>
      </pc:sldChg>
      <pc:sldChg chg="addSp delSp modSp mod">
        <pc:chgData name="KIRAN KISHORE-[BL.EN.U4CSE23024]" userId="eda97711-11d5-4400-be96-fb23655239f5" providerId="ADAL" clId="{BD7E6C94-0CEB-4097-B405-538D82B2144D}" dt="2025-11-27T00:06:57.322" v="749" actId="14100"/>
        <pc:sldMkLst>
          <pc:docMk/>
          <pc:sldMk cId="29162206" sldId="966"/>
        </pc:sldMkLst>
        <pc:spChg chg="mod">
          <ac:chgData name="KIRAN KISHORE-[BL.EN.U4CSE23024]" userId="eda97711-11d5-4400-be96-fb23655239f5" providerId="ADAL" clId="{BD7E6C94-0CEB-4097-B405-538D82B2144D}" dt="2025-11-27T00:03:05.987" v="657" actId="1076"/>
          <ac:spMkLst>
            <pc:docMk/>
            <pc:sldMk cId="29162206" sldId="966"/>
            <ac:spMk id="3" creationId="{E54BD9D3-CCA6-B9E3-9FD5-3138BB534BC4}"/>
          </ac:spMkLst>
        </pc:spChg>
        <pc:spChg chg="add del mod">
          <ac:chgData name="KIRAN KISHORE-[BL.EN.U4CSE23024]" userId="eda97711-11d5-4400-be96-fb23655239f5" providerId="ADAL" clId="{BD7E6C94-0CEB-4097-B405-538D82B2144D}" dt="2025-11-26T23:27:05.690" v="365" actId="478"/>
          <ac:spMkLst>
            <pc:docMk/>
            <pc:sldMk cId="29162206" sldId="966"/>
            <ac:spMk id="5" creationId="{BF081557-60EA-02CF-5756-7D7F58D8D05B}"/>
          </ac:spMkLst>
        </pc:spChg>
        <pc:spChg chg="add del mod">
          <ac:chgData name="KIRAN KISHORE-[BL.EN.U4CSE23024]" userId="eda97711-11d5-4400-be96-fb23655239f5" providerId="ADAL" clId="{BD7E6C94-0CEB-4097-B405-538D82B2144D}" dt="2025-11-26T23:27:05.690" v="365" actId="478"/>
          <ac:spMkLst>
            <pc:docMk/>
            <pc:sldMk cId="29162206" sldId="966"/>
            <ac:spMk id="6" creationId="{7C477DFC-A53D-320C-8998-0B3E80B884A6}"/>
          </ac:spMkLst>
        </pc:spChg>
        <pc:spChg chg="add mod">
          <ac:chgData name="KIRAN KISHORE-[BL.EN.U4CSE23024]" userId="eda97711-11d5-4400-be96-fb23655239f5" providerId="ADAL" clId="{BD7E6C94-0CEB-4097-B405-538D82B2144D}" dt="2025-11-27T00:06:57.322" v="749" actId="14100"/>
          <ac:spMkLst>
            <pc:docMk/>
            <pc:sldMk cId="29162206" sldId="966"/>
            <ac:spMk id="7" creationId="{F524E328-7612-7EDB-2DCE-EAE746024E5F}"/>
          </ac:spMkLst>
        </pc:spChg>
        <pc:spChg chg="add del mod">
          <ac:chgData name="KIRAN KISHORE-[BL.EN.U4CSE23024]" userId="eda97711-11d5-4400-be96-fb23655239f5" providerId="ADAL" clId="{BD7E6C94-0CEB-4097-B405-538D82B2144D}" dt="2025-11-26T23:30:32.878" v="499"/>
          <ac:spMkLst>
            <pc:docMk/>
            <pc:sldMk cId="29162206" sldId="966"/>
            <ac:spMk id="8" creationId="{4ECB8BDC-DE9D-2125-0FAA-BD4091EB1399}"/>
          </ac:spMkLst>
        </pc:spChg>
        <pc:spChg chg="add del mod">
          <ac:chgData name="KIRAN KISHORE-[BL.EN.U4CSE23024]" userId="eda97711-11d5-4400-be96-fb23655239f5" providerId="ADAL" clId="{BD7E6C94-0CEB-4097-B405-538D82B2144D}" dt="2025-11-26T23:36:02.454" v="517"/>
          <ac:spMkLst>
            <pc:docMk/>
            <pc:sldMk cId="29162206" sldId="966"/>
            <ac:spMk id="9" creationId="{6FF04ACE-8EC0-63A3-5489-C9EEC3F072BD}"/>
          </ac:spMkLst>
        </pc:spChg>
        <pc:graphicFrameChg chg="add del">
          <ac:chgData name="KIRAN KISHORE-[BL.EN.U4CSE23024]" userId="eda97711-11d5-4400-be96-fb23655239f5" providerId="ADAL" clId="{BD7E6C94-0CEB-4097-B405-538D82B2144D}" dt="2025-11-26T23:26:53.671" v="361" actId="478"/>
          <ac:graphicFrameMkLst>
            <pc:docMk/>
            <pc:sldMk cId="29162206" sldId="966"/>
            <ac:graphicFrameMk id="2" creationId="{CE79B673-671F-99A3-7D9E-571F32C1E914}"/>
          </ac:graphicFrameMkLst>
        </pc:graphicFrameChg>
      </pc:sldChg>
      <pc:sldChg chg="addSp delSp modSp mod">
        <pc:chgData name="KIRAN KISHORE-[BL.EN.U4CSE23024]" userId="eda97711-11d5-4400-be96-fb23655239f5" providerId="ADAL" clId="{BD7E6C94-0CEB-4097-B405-538D82B2144D}" dt="2025-11-27T00:29:03.378" v="1247" actId="20577"/>
        <pc:sldMkLst>
          <pc:docMk/>
          <pc:sldMk cId="3829546070" sldId="967"/>
        </pc:sldMkLst>
        <pc:spChg chg="mod">
          <ac:chgData name="KIRAN KISHORE-[BL.EN.U4CSE23024]" userId="eda97711-11d5-4400-be96-fb23655239f5" providerId="ADAL" clId="{BD7E6C94-0CEB-4097-B405-538D82B2144D}" dt="2025-11-27T00:21:42.351" v="1133" actId="108"/>
          <ac:spMkLst>
            <pc:docMk/>
            <pc:sldMk cId="3829546070" sldId="967"/>
            <ac:spMk id="3" creationId="{E54BD9D3-CCA6-B9E3-9FD5-3138BB534BC4}"/>
          </ac:spMkLst>
        </pc:spChg>
        <pc:spChg chg="add del">
          <ac:chgData name="KIRAN KISHORE-[BL.EN.U4CSE23024]" userId="eda97711-11d5-4400-be96-fb23655239f5" providerId="ADAL" clId="{BD7E6C94-0CEB-4097-B405-538D82B2144D}" dt="2025-11-26T23:38:37.498" v="573" actId="22"/>
          <ac:spMkLst>
            <pc:docMk/>
            <pc:sldMk cId="3829546070" sldId="967"/>
            <ac:spMk id="5" creationId="{920FDFBC-B6D8-B51E-02B4-8E52280946BE}"/>
          </ac:spMkLst>
        </pc:spChg>
        <pc:graphicFrameChg chg="mod modGraphic">
          <ac:chgData name="KIRAN KISHORE-[BL.EN.U4CSE23024]" userId="eda97711-11d5-4400-be96-fb23655239f5" providerId="ADAL" clId="{BD7E6C94-0CEB-4097-B405-538D82B2144D}" dt="2025-11-27T00:29:03.378" v="1247" actId="20577"/>
          <ac:graphicFrameMkLst>
            <pc:docMk/>
            <pc:sldMk cId="3829546070" sldId="967"/>
            <ac:graphicFrameMk id="8" creationId="{8A48D845-A724-5505-60C5-936C5F696060}"/>
          </ac:graphicFrameMkLst>
        </pc:graphicFrameChg>
      </pc:sldChg>
      <pc:sldChg chg="modSp del mod">
        <pc:chgData name="KIRAN KISHORE-[BL.EN.U4CSE23024]" userId="eda97711-11d5-4400-be96-fb23655239f5" providerId="ADAL" clId="{BD7E6C94-0CEB-4097-B405-538D82B2144D}" dt="2025-11-26T14:57:01.215" v="352" actId="47"/>
        <pc:sldMkLst>
          <pc:docMk/>
          <pc:sldMk cId="1390547548" sldId="1008"/>
        </pc:sldMkLst>
        <pc:spChg chg="mod">
          <ac:chgData name="KIRAN KISHORE-[BL.EN.U4CSE23024]" userId="eda97711-11d5-4400-be96-fb23655239f5" providerId="ADAL" clId="{BD7E6C94-0CEB-4097-B405-538D82B2144D}" dt="2025-11-26T14:56:15.874" v="302" actId="12789"/>
          <ac:spMkLst>
            <pc:docMk/>
            <pc:sldMk cId="1390547548" sldId="1008"/>
            <ac:spMk id="3" creationId="{2B667EDC-3EA5-C3DB-B0B4-74241483777B}"/>
          </ac:spMkLst>
        </pc:spChg>
      </pc:sldChg>
      <pc:sldChg chg="addSp delSp modSp mod">
        <pc:chgData name="KIRAN KISHORE-[BL.EN.U4CSE23024]" userId="eda97711-11d5-4400-be96-fb23655239f5" providerId="ADAL" clId="{BD7E6C94-0CEB-4097-B405-538D82B2144D}" dt="2025-11-27T00:29:51.861" v="1268" actId="1035"/>
        <pc:sldMkLst>
          <pc:docMk/>
          <pc:sldMk cId="3500239469" sldId="1020"/>
        </pc:sldMkLst>
        <pc:spChg chg="add mod">
          <ac:chgData name="KIRAN KISHORE-[BL.EN.U4CSE23024]" userId="eda97711-11d5-4400-be96-fb23655239f5" providerId="ADAL" clId="{BD7E6C94-0CEB-4097-B405-538D82B2144D}" dt="2025-11-27T00:29:51.861" v="1268" actId="1035"/>
          <ac:spMkLst>
            <pc:docMk/>
            <pc:sldMk cId="3500239469" sldId="1020"/>
            <ac:spMk id="2" creationId="{C2496DA7-DD7E-E997-6F04-211B17F9F726}"/>
          </ac:spMkLst>
        </pc:spChg>
        <pc:spChg chg="del">
          <ac:chgData name="KIRAN KISHORE-[BL.EN.U4CSE23024]" userId="eda97711-11d5-4400-be96-fb23655239f5" providerId="ADAL" clId="{BD7E6C94-0CEB-4097-B405-538D82B2144D}" dt="2025-11-27T00:05:36.489" v="715" actId="478"/>
          <ac:spMkLst>
            <pc:docMk/>
            <pc:sldMk cId="3500239469" sldId="1020"/>
            <ac:spMk id="3" creationId="{E54BD9D3-CCA6-B9E3-9FD5-3138BB534BC4}"/>
          </ac:spMkLst>
        </pc:spChg>
        <pc:spChg chg="add">
          <ac:chgData name="KIRAN KISHORE-[BL.EN.U4CSE23024]" userId="eda97711-11d5-4400-be96-fb23655239f5" providerId="ADAL" clId="{BD7E6C94-0CEB-4097-B405-538D82B2144D}" dt="2025-11-26T23:36:27.665" v="519"/>
          <ac:spMkLst>
            <pc:docMk/>
            <pc:sldMk cId="3500239469" sldId="1020"/>
            <ac:spMk id="5" creationId="{EEE70013-29A4-0A53-7292-0406FC229401}"/>
          </ac:spMkLst>
        </pc:spChg>
        <pc:spChg chg="add del mod">
          <ac:chgData name="KIRAN KISHORE-[BL.EN.U4CSE23024]" userId="eda97711-11d5-4400-be96-fb23655239f5" providerId="ADAL" clId="{BD7E6C94-0CEB-4097-B405-538D82B2144D}" dt="2025-11-26T23:37:10.372" v="528"/>
          <ac:spMkLst>
            <pc:docMk/>
            <pc:sldMk cId="3500239469" sldId="1020"/>
            <ac:spMk id="6" creationId="{F35F9F7B-BAEC-BF05-2093-E710A6474F41}"/>
          </ac:spMkLst>
        </pc:spChg>
        <pc:spChg chg="add mod">
          <ac:chgData name="KIRAN KISHORE-[BL.EN.U4CSE23024]" userId="eda97711-11d5-4400-be96-fb23655239f5" providerId="ADAL" clId="{BD7E6C94-0CEB-4097-B405-538D82B2144D}" dt="2025-11-27T00:05:42.398" v="733" actId="20577"/>
          <ac:spMkLst>
            <pc:docMk/>
            <pc:sldMk cId="3500239469" sldId="1020"/>
            <ac:spMk id="7" creationId="{5502A034-D839-71A0-7BD5-42CE21B5BA14}"/>
          </ac:spMkLst>
        </pc:spChg>
        <pc:spChg chg="add del mod">
          <ac:chgData name="KIRAN KISHORE-[BL.EN.U4CSE23024]" userId="eda97711-11d5-4400-be96-fb23655239f5" providerId="ADAL" clId="{BD7E6C94-0CEB-4097-B405-538D82B2144D}" dt="2025-11-27T00:05:38.314" v="716" actId="478"/>
          <ac:spMkLst>
            <pc:docMk/>
            <pc:sldMk cId="3500239469" sldId="1020"/>
            <ac:spMk id="9" creationId="{7DEAECE4-7892-F7EC-8F15-E03522C14531}"/>
          </ac:spMkLst>
        </pc:spChg>
      </pc:sldChg>
      <pc:sldChg chg="addSp delSp modSp mod">
        <pc:chgData name="KIRAN KISHORE-[BL.EN.U4CSE23024]" userId="eda97711-11d5-4400-be96-fb23655239f5" providerId="ADAL" clId="{BD7E6C94-0CEB-4097-B405-538D82B2144D}" dt="2025-11-27T01:59:44.442" v="1527" actId="1036"/>
        <pc:sldMkLst>
          <pc:docMk/>
          <pc:sldMk cId="3499854614" sldId="1021"/>
        </pc:sldMkLst>
        <pc:spChg chg="add del mod">
          <ac:chgData name="KIRAN KISHORE-[BL.EN.U4CSE23024]" userId="eda97711-11d5-4400-be96-fb23655239f5" providerId="ADAL" clId="{BD7E6C94-0CEB-4097-B405-538D82B2144D}" dt="2025-11-26T23:40:32.144" v="593"/>
          <ac:spMkLst>
            <pc:docMk/>
            <pc:sldMk cId="3499854614" sldId="1021"/>
            <ac:spMk id="2" creationId="{F59BCC4E-3E0C-E1B3-9F72-0F4986E96A95}"/>
          </ac:spMkLst>
        </pc:spChg>
        <pc:spChg chg="add del">
          <ac:chgData name="KIRAN KISHORE-[BL.EN.U4CSE23024]" userId="eda97711-11d5-4400-be96-fb23655239f5" providerId="ADAL" clId="{BD7E6C94-0CEB-4097-B405-538D82B2144D}" dt="2025-11-27T00:30:38.076" v="1310" actId="478"/>
          <ac:spMkLst>
            <pc:docMk/>
            <pc:sldMk cId="3499854614" sldId="1021"/>
            <ac:spMk id="3" creationId="{E54BD9D3-CCA6-B9E3-9FD5-3138BB534BC4}"/>
          </ac:spMkLst>
        </pc:spChg>
        <pc:spChg chg="add del">
          <ac:chgData name="KIRAN KISHORE-[BL.EN.U4CSE23024]" userId="eda97711-11d5-4400-be96-fb23655239f5" providerId="ADAL" clId="{BD7E6C94-0CEB-4097-B405-538D82B2144D}" dt="2025-11-26T23:40:56.510" v="599" actId="21"/>
          <ac:spMkLst>
            <pc:docMk/>
            <pc:sldMk cId="3499854614" sldId="1021"/>
            <ac:spMk id="4" creationId="{AB4B4754-B439-82E8-5162-661DE8ED02D8}"/>
          </ac:spMkLst>
        </pc:spChg>
        <pc:spChg chg="add del mod">
          <ac:chgData name="KIRAN KISHORE-[BL.EN.U4CSE23024]" userId="eda97711-11d5-4400-be96-fb23655239f5" providerId="ADAL" clId="{BD7E6C94-0CEB-4097-B405-538D82B2144D}" dt="2025-11-27T00:32:32.312" v="1374" actId="1035"/>
          <ac:spMkLst>
            <pc:docMk/>
            <pc:sldMk cId="3499854614" sldId="1021"/>
            <ac:spMk id="5" creationId="{671AA014-2C9B-0A93-24B4-BB8EAAEB8AE1}"/>
          </ac:spMkLst>
        </pc:spChg>
        <pc:spChg chg="add del mod">
          <ac:chgData name="KIRAN KISHORE-[BL.EN.U4CSE23024]" userId="eda97711-11d5-4400-be96-fb23655239f5" providerId="ADAL" clId="{BD7E6C94-0CEB-4097-B405-538D82B2144D}" dt="2025-11-26T23:41:05.145" v="605"/>
          <ac:spMkLst>
            <pc:docMk/>
            <pc:sldMk cId="3499854614" sldId="1021"/>
            <ac:spMk id="6" creationId="{51036398-5319-D38E-7E5E-1610DA01D6AE}"/>
          </ac:spMkLst>
        </pc:spChg>
        <pc:spChg chg="add mod">
          <ac:chgData name="KIRAN KISHORE-[BL.EN.U4CSE23024]" userId="eda97711-11d5-4400-be96-fb23655239f5" providerId="ADAL" clId="{BD7E6C94-0CEB-4097-B405-538D82B2144D}" dt="2025-11-26T23:40:54.225" v="598" actId="21"/>
          <ac:spMkLst>
            <pc:docMk/>
            <pc:sldMk cId="3499854614" sldId="1021"/>
            <ac:spMk id="7" creationId="{A58EB24A-B3D0-9BF9-B197-74D1D5FFF2AC}"/>
          </ac:spMkLst>
        </pc:spChg>
        <pc:spChg chg="add mod">
          <ac:chgData name="KIRAN KISHORE-[BL.EN.U4CSE23024]" userId="eda97711-11d5-4400-be96-fb23655239f5" providerId="ADAL" clId="{BD7E6C94-0CEB-4097-B405-538D82B2144D}" dt="2025-11-27T01:59:44.442" v="1527" actId="1036"/>
          <ac:spMkLst>
            <pc:docMk/>
            <pc:sldMk cId="3499854614" sldId="1021"/>
            <ac:spMk id="8" creationId="{294718DA-6F2D-4C0A-D49F-3432C06A0946}"/>
          </ac:spMkLst>
        </pc:spChg>
        <pc:spChg chg="add del mod">
          <ac:chgData name="KIRAN KISHORE-[BL.EN.U4CSE23024]" userId="eda97711-11d5-4400-be96-fb23655239f5" providerId="ADAL" clId="{BD7E6C94-0CEB-4097-B405-538D82B2144D}" dt="2025-11-27T00:30:41.315" v="1311" actId="478"/>
          <ac:spMkLst>
            <pc:docMk/>
            <pc:sldMk cId="3499854614" sldId="1021"/>
            <ac:spMk id="10" creationId="{CC7CC571-21F6-6CEB-B8CE-DD5BF0C52F0A}"/>
          </ac:spMkLst>
        </pc:spChg>
      </pc:sldChg>
      <pc:sldChg chg="addSp delSp modSp mod">
        <pc:chgData name="KIRAN KISHORE-[BL.EN.U4CSE23024]" userId="eda97711-11d5-4400-be96-fb23655239f5" providerId="ADAL" clId="{BD7E6C94-0CEB-4097-B405-538D82B2144D}" dt="2025-11-27T01:59:58.942" v="1537" actId="1036"/>
        <pc:sldMkLst>
          <pc:docMk/>
          <pc:sldMk cId="4046392435" sldId="1022"/>
        </pc:sldMkLst>
        <pc:spChg chg="add del mod">
          <ac:chgData name="KIRAN KISHORE-[BL.EN.U4CSE23024]" userId="eda97711-11d5-4400-be96-fb23655239f5" providerId="ADAL" clId="{BD7E6C94-0CEB-4097-B405-538D82B2144D}" dt="2025-11-26T23:41:41.855" v="611"/>
          <ac:spMkLst>
            <pc:docMk/>
            <pc:sldMk cId="4046392435" sldId="1022"/>
            <ac:spMk id="2" creationId="{48CA9325-5321-93DB-DBE9-79C3C4CDBA19}"/>
          </ac:spMkLst>
        </pc:spChg>
        <pc:spChg chg="del mod">
          <ac:chgData name="KIRAN KISHORE-[BL.EN.U4CSE23024]" userId="eda97711-11d5-4400-be96-fb23655239f5" providerId="ADAL" clId="{BD7E6C94-0CEB-4097-B405-538D82B2144D}" dt="2025-11-27T01:58:07.221" v="1477" actId="478"/>
          <ac:spMkLst>
            <pc:docMk/>
            <pc:sldMk cId="4046392435" sldId="1022"/>
            <ac:spMk id="3" creationId="{E54BD9D3-CCA6-B9E3-9FD5-3138BB534BC4}"/>
          </ac:spMkLst>
        </pc:spChg>
        <pc:spChg chg="add mod">
          <ac:chgData name="KIRAN KISHORE-[BL.EN.U4CSE23024]" userId="eda97711-11d5-4400-be96-fb23655239f5" providerId="ADAL" clId="{BD7E6C94-0CEB-4097-B405-538D82B2144D}" dt="2025-11-27T01:59:25.370" v="1514" actId="12789"/>
          <ac:spMkLst>
            <pc:docMk/>
            <pc:sldMk cId="4046392435" sldId="1022"/>
            <ac:spMk id="5" creationId="{85F83D82-7E17-BF90-ABAC-51446CF5C112}"/>
          </ac:spMkLst>
        </pc:spChg>
        <pc:spChg chg="add mod">
          <ac:chgData name="KIRAN KISHORE-[BL.EN.U4CSE23024]" userId="eda97711-11d5-4400-be96-fb23655239f5" providerId="ADAL" clId="{BD7E6C94-0CEB-4097-B405-538D82B2144D}" dt="2025-11-27T01:59:58.942" v="1537" actId="1036"/>
          <ac:spMkLst>
            <pc:docMk/>
            <pc:sldMk cId="4046392435" sldId="1022"/>
            <ac:spMk id="7" creationId="{CD360819-8C66-01CD-0F2F-CB90C71F7992}"/>
          </ac:spMkLst>
        </pc:spChg>
      </pc:sldChg>
      <pc:sldChg chg="addSp delSp modSp mod">
        <pc:chgData name="KIRAN KISHORE-[BL.EN.U4CSE23024]" userId="eda97711-11d5-4400-be96-fb23655239f5" providerId="ADAL" clId="{BD7E6C94-0CEB-4097-B405-538D82B2144D}" dt="2025-11-27T02:17:27.194" v="1897" actId="798"/>
        <pc:sldMkLst>
          <pc:docMk/>
          <pc:sldMk cId="3998404722" sldId="1023"/>
        </pc:sldMkLst>
        <pc:spChg chg="del">
          <ac:chgData name="KIRAN KISHORE-[BL.EN.U4CSE23024]" userId="eda97711-11d5-4400-be96-fb23655239f5" providerId="ADAL" clId="{BD7E6C94-0CEB-4097-B405-538D82B2144D}" dt="2025-11-27T02:04:11.899" v="1661" actId="478"/>
          <ac:spMkLst>
            <pc:docMk/>
            <pc:sldMk cId="3998404722" sldId="1023"/>
            <ac:spMk id="3" creationId="{E54BD9D3-CCA6-B9E3-9FD5-3138BB534BC4}"/>
          </ac:spMkLst>
        </pc:spChg>
        <pc:spChg chg="add mod">
          <ac:chgData name="KIRAN KISHORE-[BL.EN.U4CSE23024]" userId="eda97711-11d5-4400-be96-fb23655239f5" providerId="ADAL" clId="{BD7E6C94-0CEB-4097-B405-538D82B2144D}" dt="2025-11-27T02:04:18.799" v="1673" actId="255"/>
          <ac:spMkLst>
            <pc:docMk/>
            <pc:sldMk cId="3998404722" sldId="1023"/>
            <ac:spMk id="6" creationId="{97FE7214-48D7-9DC6-6EE2-BACA1FB9280D}"/>
          </ac:spMkLst>
        </pc:spChg>
        <pc:graphicFrameChg chg="add del mod modGraphic">
          <ac:chgData name="KIRAN KISHORE-[BL.EN.U4CSE23024]" userId="eda97711-11d5-4400-be96-fb23655239f5" providerId="ADAL" clId="{BD7E6C94-0CEB-4097-B405-538D82B2144D}" dt="2025-11-27T02:04:49.237" v="1680" actId="478"/>
          <ac:graphicFrameMkLst>
            <pc:docMk/>
            <pc:sldMk cId="3998404722" sldId="1023"/>
            <ac:graphicFrameMk id="2" creationId="{2D891409-7014-66C5-82D2-3DDD558FDFA6}"/>
          </ac:graphicFrameMkLst>
        </pc:graphicFrameChg>
        <pc:graphicFrameChg chg="add mod modGraphic">
          <ac:chgData name="KIRAN KISHORE-[BL.EN.U4CSE23024]" userId="eda97711-11d5-4400-be96-fb23655239f5" providerId="ADAL" clId="{BD7E6C94-0CEB-4097-B405-538D82B2144D}" dt="2025-11-27T02:17:27.194" v="1897" actId="798"/>
          <ac:graphicFrameMkLst>
            <pc:docMk/>
            <pc:sldMk cId="3998404722" sldId="1023"/>
            <ac:graphicFrameMk id="7" creationId="{D998C489-A090-0FEC-7E3B-BA3F1B85F35A}"/>
          </ac:graphicFrameMkLst>
        </pc:graphicFrameChg>
      </pc:sldChg>
      <pc:sldChg chg="addSp delSp modSp mod">
        <pc:chgData name="KIRAN KISHORE-[BL.EN.U4CSE23024]" userId="eda97711-11d5-4400-be96-fb23655239f5" providerId="ADAL" clId="{BD7E6C94-0CEB-4097-B405-538D82B2144D}" dt="2025-11-27T04:06:49.883" v="2030" actId="20577"/>
        <pc:sldMkLst>
          <pc:docMk/>
          <pc:sldMk cId="2852115328" sldId="1024"/>
        </pc:sldMkLst>
        <pc:spChg chg="del mod">
          <ac:chgData name="KIRAN KISHORE-[BL.EN.U4CSE23024]" userId="eda97711-11d5-4400-be96-fb23655239f5" providerId="ADAL" clId="{BD7E6C94-0CEB-4097-B405-538D82B2144D}" dt="2025-11-27T02:11:31.612" v="1768" actId="478"/>
          <ac:spMkLst>
            <pc:docMk/>
            <pc:sldMk cId="2852115328" sldId="1024"/>
            <ac:spMk id="3" creationId="{E54BD9D3-CCA6-B9E3-9FD5-3138BB534BC4}"/>
          </ac:spMkLst>
        </pc:spChg>
        <pc:spChg chg="add mod">
          <ac:chgData name="KIRAN KISHORE-[BL.EN.U4CSE23024]" userId="eda97711-11d5-4400-be96-fb23655239f5" providerId="ADAL" clId="{BD7E6C94-0CEB-4097-B405-538D82B2144D}" dt="2025-11-27T02:11:37.605" v="1790" actId="20577"/>
          <ac:spMkLst>
            <pc:docMk/>
            <pc:sldMk cId="2852115328" sldId="1024"/>
            <ac:spMk id="7" creationId="{DA342CB8-F03B-1D4B-4951-2BDF2830305F}"/>
          </ac:spMkLst>
        </pc:spChg>
        <pc:graphicFrameChg chg="add del mod">
          <ac:chgData name="KIRAN KISHORE-[BL.EN.U4CSE23024]" userId="eda97711-11d5-4400-be96-fb23655239f5" providerId="ADAL" clId="{BD7E6C94-0CEB-4097-B405-538D82B2144D}" dt="2025-11-27T02:08:29.006" v="1727" actId="478"/>
          <ac:graphicFrameMkLst>
            <pc:docMk/>
            <pc:sldMk cId="2852115328" sldId="1024"/>
            <ac:graphicFrameMk id="2" creationId="{45BD8637-422A-9489-5205-3EF1E6207EE1}"/>
          </ac:graphicFrameMkLst>
        </pc:graphicFrameChg>
        <pc:graphicFrameChg chg="add mod modGraphic">
          <ac:chgData name="KIRAN KISHORE-[BL.EN.U4CSE23024]" userId="eda97711-11d5-4400-be96-fb23655239f5" providerId="ADAL" clId="{BD7E6C94-0CEB-4097-B405-538D82B2144D}" dt="2025-11-27T04:06:49.883" v="2030" actId="20577"/>
          <ac:graphicFrameMkLst>
            <pc:docMk/>
            <pc:sldMk cId="2852115328" sldId="1024"/>
            <ac:graphicFrameMk id="5" creationId="{1F0B6064-3126-5A26-00F0-47E31ACE11DD}"/>
          </ac:graphicFrameMkLst>
        </pc:graphicFrameChg>
      </pc:sldChg>
      <pc:sldChg chg="addSp delSp modSp mod">
        <pc:chgData name="KIRAN KISHORE-[BL.EN.U4CSE23024]" userId="eda97711-11d5-4400-be96-fb23655239f5" providerId="ADAL" clId="{BD7E6C94-0CEB-4097-B405-538D82B2144D}" dt="2025-11-27T00:33:49.316" v="1405" actId="20577"/>
        <pc:sldMkLst>
          <pc:docMk/>
          <pc:sldMk cId="4207634860" sldId="1025"/>
        </pc:sldMkLst>
        <pc:spChg chg="add del mod">
          <ac:chgData name="KIRAN KISHORE-[BL.EN.U4CSE23024]" userId="eda97711-11d5-4400-be96-fb23655239f5" providerId="ADAL" clId="{BD7E6C94-0CEB-4097-B405-538D82B2144D}" dt="2025-11-26T23:43:27.558" v="619"/>
          <ac:spMkLst>
            <pc:docMk/>
            <pc:sldMk cId="4207634860" sldId="1025"/>
            <ac:spMk id="2" creationId="{44A8BA31-12C3-9048-0965-867DCDFA2988}"/>
          </ac:spMkLst>
        </pc:spChg>
        <pc:spChg chg="add del">
          <ac:chgData name="KIRAN KISHORE-[BL.EN.U4CSE23024]" userId="eda97711-11d5-4400-be96-fb23655239f5" providerId="ADAL" clId="{BD7E6C94-0CEB-4097-B405-538D82B2144D}" dt="2025-11-26T23:43:24.553" v="616" actId="21"/>
          <ac:spMkLst>
            <pc:docMk/>
            <pc:sldMk cId="4207634860" sldId="1025"/>
            <ac:spMk id="3" creationId="{E54BD9D3-CCA6-B9E3-9FD5-3138BB534BC4}"/>
          </ac:spMkLst>
        </pc:spChg>
        <pc:spChg chg="add del">
          <ac:chgData name="KIRAN KISHORE-[BL.EN.U4CSE23024]" userId="eda97711-11d5-4400-be96-fb23655239f5" providerId="ADAL" clId="{BD7E6C94-0CEB-4097-B405-538D82B2144D}" dt="2025-11-26T23:43:24.553" v="616" actId="21"/>
          <ac:spMkLst>
            <pc:docMk/>
            <pc:sldMk cId="4207634860" sldId="1025"/>
            <ac:spMk id="4" creationId="{AB4B4754-B439-82E8-5162-661DE8ED02D8}"/>
          </ac:spMkLst>
        </pc:spChg>
        <pc:spChg chg="add mod">
          <ac:chgData name="KIRAN KISHORE-[BL.EN.U4CSE23024]" userId="eda97711-11d5-4400-be96-fb23655239f5" providerId="ADAL" clId="{BD7E6C94-0CEB-4097-B405-538D82B2144D}" dt="2025-11-26T23:43:22.634" v="615" actId="21"/>
          <ac:spMkLst>
            <pc:docMk/>
            <pc:sldMk cId="4207634860" sldId="1025"/>
            <ac:spMk id="5" creationId="{3A86CC83-B47D-C9A5-9594-7F65AED76F03}"/>
          </ac:spMkLst>
        </pc:spChg>
        <pc:spChg chg="add mod">
          <ac:chgData name="KIRAN KISHORE-[BL.EN.U4CSE23024]" userId="eda97711-11d5-4400-be96-fb23655239f5" providerId="ADAL" clId="{BD7E6C94-0CEB-4097-B405-538D82B2144D}" dt="2025-11-27T00:33:49.316" v="1405" actId="20577"/>
          <ac:spMkLst>
            <pc:docMk/>
            <pc:sldMk cId="4207634860" sldId="1025"/>
            <ac:spMk id="6" creationId="{33D7D6B2-B939-353B-D7DF-218A9FF2FB6D}"/>
          </ac:spMkLst>
        </pc:spChg>
        <pc:spChg chg="add del mod">
          <ac:chgData name="KIRAN KISHORE-[BL.EN.U4CSE23024]" userId="eda97711-11d5-4400-be96-fb23655239f5" providerId="ADAL" clId="{BD7E6C94-0CEB-4097-B405-538D82B2144D}" dt="2025-11-27T00:01:51.625" v="633"/>
          <ac:spMkLst>
            <pc:docMk/>
            <pc:sldMk cId="4207634860" sldId="1025"/>
            <ac:spMk id="7" creationId="{FB8E724D-E5C4-D8B6-1EAA-0AEFDD1CFC40}"/>
          </ac:spMkLst>
        </pc:spChg>
      </pc:sldChg>
      <pc:sldChg chg="addSp delSp modSp add mod">
        <pc:chgData name="KIRAN KISHORE-[BL.EN.U4CSE23024]" userId="eda97711-11d5-4400-be96-fb23655239f5" providerId="ADAL" clId="{BD7E6C94-0CEB-4097-B405-538D82B2144D}" dt="2025-11-26T14:56:58.082" v="351" actId="1036"/>
        <pc:sldMkLst>
          <pc:docMk/>
          <pc:sldMk cId="2480834317" sldId="1026"/>
        </pc:sldMkLst>
        <pc:spChg chg="del">
          <ac:chgData name="KIRAN KISHORE-[BL.EN.U4CSE23024]" userId="eda97711-11d5-4400-be96-fb23655239f5" providerId="ADAL" clId="{BD7E6C94-0CEB-4097-B405-538D82B2144D}" dt="2025-11-26T14:56:27.755" v="304" actId="478"/>
          <ac:spMkLst>
            <pc:docMk/>
            <pc:sldMk cId="2480834317" sldId="1026"/>
            <ac:spMk id="3" creationId="{268FCA53-348D-02DB-6359-8A64DF134BF7}"/>
          </ac:spMkLst>
        </pc:spChg>
        <pc:spChg chg="del">
          <ac:chgData name="KIRAN KISHORE-[BL.EN.U4CSE23024]" userId="eda97711-11d5-4400-be96-fb23655239f5" providerId="ADAL" clId="{BD7E6C94-0CEB-4097-B405-538D82B2144D}" dt="2025-11-26T14:56:33.554" v="306" actId="478"/>
          <ac:spMkLst>
            <pc:docMk/>
            <pc:sldMk cId="2480834317" sldId="1026"/>
            <ac:spMk id="4" creationId="{A2C0E880-C5D7-2EB6-7D3F-80F5FB07CE4D}"/>
          </ac:spMkLst>
        </pc:spChg>
        <pc:spChg chg="add del mod">
          <ac:chgData name="KIRAN KISHORE-[BL.EN.U4CSE23024]" userId="eda97711-11d5-4400-be96-fb23655239f5" providerId="ADAL" clId="{BD7E6C94-0CEB-4097-B405-538D82B2144D}" dt="2025-11-26T14:56:30.335" v="305" actId="478"/>
          <ac:spMkLst>
            <pc:docMk/>
            <pc:sldMk cId="2480834317" sldId="1026"/>
            <ac:spMk id="5" creationId="{B7304863-930F-75C1-A938-3D9A7E24ED26}"/>
          </ac:spMkLst>
        </pc:spChg>
        <pc:spChg chg="add mod">
          <ac:chgData name="KIRAN KISHORE-[BL.EN.U4CSE23024]" userId="eda97711-11d5-4400-be96-fb23655239f5" providerId="ADAL" clId="{BD7E6C94-0CEB-4097-B405-538D82B2144D}" dt="2025-11-26T14:56:58.082" v="351" actId="1036"/>
          <ac:spMkLst>
            <pc:docMk/>
            <pc:sldMk cId="2480834317" sldId="1026"/>
            <ac:spMk id="6" creationId="{20F8CF5A-DCF1-DF35-D16C-2196CE0346F1}"/>
          </ac:spMkLst>
        </pc:spChg>
      </pc:sldChg>
      <pc:sldChg chg="modSp add mod">
        <pc:chgData name="KIRAN KISHORE-[BL.EN.U4CSE23024]" userId="eda97711-11d5-4400-be96-fb23655239f5" providerId="ADAL" clId="{BD7E6C94-0CEB-4097-B405-538D82B2144D}" dt="2025-11-27T00:29:15.426" v="1249" actId="14734"/>
        <pc:sldMkLst>
          <pc:docMk/>
          <pc:sldMk cId="4028917813" sldId="1027"/>
        </pc:sldMkLst>
        <pc:graphicFrameChg chg="mod modGraphic">
          <ac:chgData name="KIRAN KISHORE-[BL.EN.U4CSE23024]" userId="eda97711-11d5-4400-be96-fb23655239f5" providerId="ADAL" clId="{BD7E6C94-0CEB-4097-B405-538D82B2144D}" dt="2025-11-27T00:29:15.426" v="1249" actId="14734"/>
          <ac:graphicFrameMkLst>
            <pc:docMk/>
            <pc:sldMk cId="4028917813" sldId="1027"/>
            <ac:graphicFrameMk id="8" creationId="{EFF8EF7A-F6F3-3774-A290-7AA2FBFF6F00}"/>
          </ac:graphicFrameMkLst>
        </pc:graphicFrameChg>
      </pc:sldChg>
      <pc:sldChg chg="addSp delSp modSp new mod ord">
        <pc:chgData name="KIRAN KISHORE-[BL.EN.U4CSE23024]" userId="eda97711-11d5-4400-be96-fb23655239f5" providerId="ADAL" clId="{BD7E6C94-0CEB-4097-B405-538D82B2144D}" dt="2025-11-27T03:47:04.485" v="1924" actId="20577"/>
        <pc:sldMkLst>
          <pc:docMk/>
          <pc:sldMk cId="1194952804" sldId="1028"/>
        </pc:sldMkLst>
        <pc:spChg chg="del">
          <ac:chgData name="KIRAN KISHORE-[BL.EN.U4CSE23024]" userId="eda97711-11d5-4400-be96-fb23655239f5" providerId="ADAL" clId="{BD7E6C94-0CEB-4097-B405-538D82B2144D}" dt="2025-11-26T23:45:17.803" v="624"/>
          <ac:spMkLst>
            <pc:docMk/>
            <pc:sldMk cId="1194952804" sldId="1028"/>
            <ac:spMk id="2" creationId="{AEE37C9D-7422-0DC9-30D1-1202383A74B2}"/>
          </ac:spMkLst>
        </pc:spChg>
        <pc:spChg chg="del">
          <ac:chgData name="KIRAN KISHORE-[BL.EN.U4CSE23024]" userId="eda97711-11d5-4400-be96-fb23655239f5" providerId="ADAL" clId="{BD7E6C94-0CEB-4097-B405-538D82B2144D}" dt="2025-11-26T23:46:05.038" v="628" actId="478"/>
          <ac:spMkLst>
            <pc:docMk/>
            <pc:sldMk cId="1194952804" sldId="1028"/>
            <ac:spMk id="3" creationId="{36414E44-69D4-AEEA-0DAD-8C3A3212C703}"/>
          </ac:spMkLst>
        </pc:spChg>
        <pc:spChg chg="add mod">
          <ac:chgData name="KIRAN KISHORE-[BL.EN.U4CSE23024]" userId="eda97711-11d5-4400-be96-fb23655239f5" providerId="ADAL" clId="{BD7E6C94-0CEB-4097-B405-538D82B2144D}" dt="2025-11-27T02:12:06.805" v="1791"/>
          <ac:spMkLst>
            <pc:docMk/>
            <pc:sldMk cId="1194952804" sldId="1028"/>
            <ac:spMk id="7" creationId="{CF69C713-A8ED-505D-D156-EF627FE51A26}"/>
          </ac:spMkLst>
        </pc:spChg>
        <pc:spChg chg="add del mod">
          <ac:chgData name="KIRAN KISHORE-[BL.EN.U4CSE23024]" userId="eda97711-11d5-4400-be96-fb23655239f5" providerId="ADAL" clId="{BD7E6C94-0CEB-4097-B405-538D82B2144D}" dt="2025-11-27T02:12:15.663" v="1793" actId="478"/>
          <ac:spMkLst>
            <pc:docMk/>
            <pc:sldMk cId="1194952804" sldId="1028"/>
            <ac:spMk id="9" creationId="{82797C7D-A40A-8227-B37E-568FC5C72D59}"/>
          </ac:spMkLst>
        </pc:spChg>
        <pc:spChg chg="add mod">
          <ac:chgData name="KIRAN KISHORE-[BL.EN.U4CSE23024]" userId="eda97711-11d5-4400-be96-fb23655239f5" providerId="ADAL" clId="{BD7E6C94-0CEB-4097-B405-538D82B2144D}" dt="2025-11-27T02:17:05.840" v="1895" actId="1038"/>
          <ac:spMkLst>
            <pc:docMk/>
            <pc:sldMk cId="1194952804" sldId="1028"/>
            <ac:spMk id="13" creationId="{27E243A1-25A9-BD73-410D-7EDE20AFDC41}"/>
          </ac:spMkLst>
        </pc:spChg>
        <pc:spChg chg="add mod">
          <ac:chgData name="KIRAN KISHORE-[BL.EN.U4CSE23024]" userId="eda97711-11d5-4400-be96-fb23655239f5" providerId="ADAL" clId="{BD7E6C94-0CEB-4097-B405-538D82B2144D}" dt="2025-11-27T02:54:06.952" v="1915" actId="20577"/>
          <ac:spMkLst>
            <pc:docMk/>
            <pc:sldMk cId="1194952804" sldId="1028"/>
            <ac:spMk id="14" creationId="{F866BDFB-BD62-2F71-4A9E-6D9FF559EA4E}"/>
          </ac:spMkLst>
        </pc:spChg>
        <pc:graphicFrameChg chg="add del mod">
          <ac:chgData name="KIRAN KISHORE-[BL.EN.U4CSE23024]" userId="eda97711-11d5-4400-be96-fb23655239f5" providerId="ADAL" clId="{BD7E6C94-0CEB-4097-B405-538D82B2144D}" dt="2025-11-27T02:12:11.505" v="1792" actId="478"/>
          <ac:graphicFrameMkLst>
            <pc:docMk/>
            <pc:sldMk cId="1194952804" sldId="1028"/>
            <ac:graphicFrameMk id="5" creationId="{820E3211-7343-7777-AB20-61D9E872B02A}"/>
          </ac:graphicFrameMkLst>
        </pc:graphicFrameChg>
        <pc:graphicFrameChg chg="add del mod">
          <ac:chgData name="KIRAN KISHORE-[BL.EN.U4CSE23024]" userId="eda97711-11d5-4400-be96-fb23655239f5" providerId="ADAL" clId="{BD7E6C94-0CEB-4097-B405-538D82B2144D}" dt="2025-11-27T02:12:53.206" v="1800" actId="478"/>
          <ac:graphicFrameMkLst>
            <pc:docMk/>
            <pc:sldMk cId="1194952804" sldId="1028"/>
            <ac:graphicFrameMk id="6" creationId="{0A008E8D-F4E0-1933-B60B-057E9FED008C}"/>
          </ac:graphicFrameMkLst>
        </pc:graphicFrameChg>
        <pc:graphicFrameChg chg="add mod modGraphic">
          <ac:chgData name="KIRAN KISHORE-[BL.EN.U4CSE23024]" userId="eda97711-11d5-4400-be96-fb23655239f5" providerId="ADAL" clId="{BD7E6C94-0CEB-4097-B405-538D82B2144D}" dt="2025-11-27T03:46:52.311" v="1919"/>
          <ac:graphicFrameMkLst>
            <pc:docMk/>
            <pc:sldMk cId="1194952804" sldId="1028"/>
            <ac:graphicFrameMk id="10" creationId="{1E2A3879-0A66-1407-CEFE-9B051EF7D8A7}"/>
          </ac:graphicFrameMkLst>
        </pc:graphicFrameChg>
        <pc:graphicFrameChg chg="add mod modGraphic">
          <ac:chgData name="KIRAN KISHORE-[BL.EN.U4CSE23024]" userId="eda97711-11d5-4400-be96-fb23655239f5" providerId="ADAL" clId="{BD7E6C94-0CEB-4097-B405-538D82B2144D}" dt="2025-11-27T03:47:04.485" v="1924" actId="20577"/>
          <ac:graphicFrameMkLst>
            <pc:docMk/>
            <pc:sldMk cId="1194952804" sldId="1028"/>
            <ac:graphicFrameMk id="11" creationId="{0A30BF43-D0C2-B75C-F5A5-C5A9DEDCEEF8}"/>
          </ac:graphicFrameMkLst>
        </pc:graphicFrameChg>
        <pc:graphicFrameChg chg="add mod">
          <ac:chgData name="KIRAN KISHORE-[BL.EN.U4CSE23024]" userId="eda97711-11d5-4400-be96-fb23655239f5" providerId="ADAL" clId="{BD7E6C94-0CEB-4097-B405-538D82B2144D}" dt="2025-11-27T02:12:46.306" v="1798"/>
          <ac:graphicFrameMkLst>
            <pc:docMk/>
            <pc:sldMk cId="1194952804" sldId="1028"/>
            <ac:graphicFrameMk id="12" creationId="{D6CDDBEA-6702-19AA-B0C4-338346B7EFAE}"/>
          </ac:graphicFrameMkLst>
        </pc:graphicFrameChg>
      </pc:sldChg>
      <pc:sldChg chg="modSp new del mod">
        <pc:chgData name="KIRAN KISHORE-[BL.EN.U4CSE23024]" userId="eda97711-11d5-4400-be96-fb23655239f5" providerId="ADAL" clId="{BD7E6C94-0CEB-4097-B405-538D82B2144D}" dt="2025-11-27T02:04:08.723" v="1660" actId="47"/>
        <pc:sldMkLst>
          <pc:docMk/>
          <pc:sldMk cId="1965159443" sldId="1029"/>
        </pc:sldMkLst>
        <pc:spChg chg="mod">
          <ac:chgData name="KIRAN KISHORE-[BL.EN.U4CSE23024]" userId="eda97711-11d5-4400-be96-fb23655239f5" providerId="ADAL" clId="{BD7E6C94-0CEB-4097-B405-538D82B2144D}" dt="2025-11-27T02:01:45.899" v="1564" actId="21"/>
          <ac:spMkLst>
            <pc:docMk/>
            <pc:sldMk cId="1965159443" sldId="1029"/>
            <ac:spMk id="2" creationId="{0FF5883C-873F-B159-43F5-76C551CD27CB}"/>
          </ac:spMkLst>
        </pc:spChg>
      </pc:sldChg>
      <pc:sldChg chg="addSp delSp modSp new mod">
        <pc:chgData name="KIRAN KISHORE-[BL.EN.U4CSE23024]" userId="eda97711-11d5-4400-be96-fb23655239f5" providerId="ADAL" clId="{BD7E6C94-0CEB-4097-B405-538D82B2144D}" dt="2025-11-27T02:04:02.693" v="1659" actId="1036"/>
        <pc:sldMkLst>
          <pc:docMk/>
          <pc:sldMk cId="2886294361" sldId="1030"/>
        </pc:sldMkLst>
        <pc:spChg chg="mod">
          <ac:chgData name="KIRAN KISHORE-[BL.EN.U4CSE23024]" userId="eda97711-11d5-4400-be96-fb23655239f5" providerId="ADAL" clId="{BD7E6C94-0CEB-4097-B405-538D82B2144D}" dt="2025-11-27T02:04:02.693" v="1659" actId="1036"/>
          <ac:spMkLst>
            <pc:docMk/>
            <pc:sldMk cId="2886294361" sldId="1030"/>
            <ac:spMk id="2" creationId="{D9DA4FCB-618C-19FC-FF05-72C215CBD425}"/>
          </ac:spMkLst>
        </pc:spChg>
        <pc:spChg chg="del">
          <ac:chgData name="KIRAN KISHORE-[BL.EN.U4CSE23024]" userId="eda97711-11d5-4400-be96-fb23655239f5" providerId="ADAL" clId="{BD7E6C94-0CEB-4097-B405-538D82B2144D}" dt="2025-11-27T02:00:09.346" v="1539" actId="478"/>
          <ac:spMkLst>
            <pc:docMk/>
            <pc:sldMk cId="2886294361" sldId="1030"/>
            <ac:spMk id="3" creationId="{56060568-12A5-4B37-79F7-69C295A02606}"/>
          </ac:spMkLst>
        </pc:spChg>
        <pc:spChg chg="add mod">
          <ac:chgData name="KIRAN KISHORE-[BL.EN.U4CSE23024]" userId="eda97711-11d5-4400-be96-fb23655239f5" providerId="ADAL" clId="{BD7E6C94-0CEB-4097-B405-538D82B2144D}" dt="2025-11-27T02:03:55.374" v="1634" actId="1035"/>
          <ac:spMkLst>
            <pc:docMk/>
            <pc:sldMk cId="2886294361" sldId="1030"/>
            <ac:spMk id="5" creationId="{D1B26667-0FE2-C0D7-489E-7F63B397C7DF}"/>
          </ac:spMkLst>
        </pc:spChg>
      </pc:sldChg>
      <pc:sldChg chg="new del">
        <pc:chgData name="KIRAN KISHORE-[BL.EN.U4CSE23024]" userId="eda97711-11d5-4400-be96-fb23655239f5" providerId="ADAL" clId="{BD7E6C94-0CEB-4097-B405-538D82B2144D}" dt="2025-11-27T03:52:14.332" v="1930" actId="47"/>
        <pc:sldMkLst>
          <pc:docMk/>
          <pc:sldMk cId="883638400" sldId="1031"/>
        </pc:sldMkLst>
      </pc:sldChg>
      <pc:sldChg chg="addSp delSp modSp new mod">
        <pc:chgData name="KIRAN KISHORE-[BL.EN.U4CSE23024]" userId="eda97711-11d5-4400-be96-fb23655239f5" providerId="ADAL" clId="{BD7E6C94-0CEB-4097-B405-538D82B2144D}" dt="2025-11-27T03:52:34.083" v="1960" actId="27614"/>
        <pc:sldMkLst>
          <pc:docMk/>
          <pc:sldMk cId="1500566993" sldId="1031"/>
        </pc:sldMkLst>
        <pc:spChg chg="del">
          <ac:chgData name="KIRAN KISHORE-[BL.EN.U4CSE23024]" userId="eda97711-11d5-4400-be96-fb23655239f5" providerId="ADAL" clId="{BD7E6C94-0CEB-4097-B405-538D82B2144D}" dt="2025-11-27T03:52:30.485" v="1958"/>
          <ac:spMkLst>
            <pc:docMk/>
            <pc:sldMk cId="1500566993" sldId="1031"/>
            <ac:spMk id="2" creationId="{D6B4DDAD-B94A-8328-E076-A494AD011963}"/>
          </ac:spMkLst>
        </pc:spChg>
        <pc:spChg chg="mod">
          <ac:chgData name="KIRAN KISHORE-[BL.EN.U4CSE23024]" userId="eda97711-11d5-4400-be96-fb23655239f5" providerId="ADAL" clId="{BD7E6C94-0CEB-4097-B405-538D82B2144D}" dt="2025-11-27T03:52:29.060" v="1957" actId="20577"/>
          <ac:spMkLst>
            <pc:docMk/>
            <pc:sldMk cId="1500566993" sldId="1031"/>
            <ac:spMk id="3" creationId="{F680B859-86B6-B52C-E9C2-068B19FEC5CD}"/>
          </ac:spMkLst>
        </pc:spChg>
        <pc:picChg chg="add mod">
          <ac:chgData name="KIRAN KISHORE-[BL.EN.U4CSE23024]" userId="eda97711-11d5-4400-be96-fb23655239f5" providerId="ADAL" clId="{BD7E6C94-0CEB-4097-B405-538D82B2144D}" dt="2025-11-27T03:52:34.083" v="1960" actId="27614"/>
          <ac:picMkLst>
            <pc:docMk/>
            <pc:sldMk cId="1500566993" sldId="1031"/>
            <ac:picMk id="6" creationId="{D73C8878-6EC2-A95B-D6F4-5F0E2AD5C5ED}"/>
          </ac:picMkLst>
        </pc:picChg>
      </pc:sldChg>
      <pc:sldChg chg="addSp delSp modSp new mod">
        <pc:chgData name="KIRAN KISHORE-[BL.EN.U4CSE23024]" userId="eda97711-11d5-4400-be96-fb23655239f5" providerId="ADAL" clId="{BD7E6C94-0CEB-4097-B405-538D82B2144D}" dt="2025-11-27T04:15:39.804" v="2033" actId="962"/>
        <pc:sldMkLst>
          <pc:docMk/>
          <pc:sldMk cId="3128200848" sldId="1032"/>
        </pc:sldMkLst>
        <pc:spChg chg="del">
          <ac:chgData name="KIRAN KISHORE-[BL.EN.U4CSE23024]" userId="eda97711-11d5-4400-be96-fb23655239f5" providerId="ADAL" clId="{BD7E6C94-0CEB-4097-B405-538D82B2144D}" dt="2025-11-27T04:15:37.614" v="2031"/>
          <ac:spMkLst>
            <pc:docMk/>
            <pc:sldMk cId="3128200848" sldId="1032"/>
            <ac:spMk id="2" creationId="{1D7AE20C-395B-63F8-6B15-33814E8D8367}"/>
          </ac:spMkLst>
        </pc:spChg>
        <pc:spChg chg="mod">
          <ac:chgData name="KIRAN KISHORE-[BL.EN.U4CSE23024]" userId="eda97711-11d5-4400-be96-fb23655239f5" providerId="ADAL" clId="{BD7E6C94-0CEB-4097-B405-538D82B2144D}" dt="2025-11-27T03:52:39.498" v="1977" actId="20577"/>
          <ac:spMkLst>
            <pc:docMk/>
            <pc:sldMk cId="3128200848" sldId="1032"/>
            <ac:spMk id="3" creationId="{73DF9C3E-862E-BA2B-98FA-F7CF5750E7FD}"/>
          </ac:spMkLst>
        </pc:spChg>
        <pc:picChg chg="add mod">
          <ac:chgData name="KIRAN KISHORE-[BL.EN.U4CSE23024]" userId="eda97711-11d5-4400-be96-fb23655239f5" providerId="ADAL" clId="{BD7E6C94-0CEB-4097-B405-538D82B2144D}" dt="2025-11-27T04:15:39.804" v="2033" actId="962"/>
          <ac:picMkLst>
            <pc:docMk/>
            <pc:sldMk cId="3128200848" sldId="1032"/>
            <ac:picMk id="6" creationId="{429042B8-BD92-8D9A-12AD-99E4884DD52C}"/>
          </ac:picMkLst>
        </pc:picChg>
      </pc:sldChg>
      <pc:sldMasterChg chg="delSldLayout">
        <pc:chgData name="KIRAN KISHORE-[BL.EN.U4CSE23024]" userId="eda97711-11d5-4400-be96-fb23655239f5" providerId="ADAL" clId="{BD7E6C94-0CEB-4097-B405-538D82B2144D}" dt="2025-11-26T14:57:01.215" v="352" actId="47"/>
        <pc:sldMasterMkLst>
          <pc:docMk/>
          <pc:sldMasterMk cId="2034448342" sldId="2147483659"/>
        </pc:sldMasterMkLst>
        <pc:sldLayoutChg chg="del">
          <pc:chgData name="KIRAN KISHORE-[BL.EN.U4CSE23024]" userId="eda97711-11d5-4400-be96-fb23655239f5" providerId="ADAL" clId="{BD7E6C94-0CEB-4097-B405-538D82B2144D}" dt="2025-11-26T14:57:01.215" v="352" actId="47"/>
          <pc:sldLayoutMkLst>
            <pc:docMk/>
            <pc:sldMasterMk cId="2034448342" sldId="2147483659"/>
            <pc:sldLayoutMk cId="1296783849" sldId="2147483663"/>
          </pc:sldLayoutMkLst>
        </pc:sldLayoutChg>
      </pc:sldMasterChg>
    </pc:docChg>
  </pc:docChgLst>
  <pc:docChgLst>
    <pc:chgData name="Easwer Ahdalarasu Abitha-[BL.EN.U4CSE23009]" userId="S::bl.en.u4cse23009@bl.students.amrita.edu::bc43e5f6-3f86-4c9f-a264-7baddc64d349" providerId="AD" clId="Web-{1BBF57E3-4637-54BC-4929-3386DD36A0BE}"/>
    <pc:docChg chg="modSld">
      <pc:chgData name="Easwer Ahdalarasu Abitha-[BL.EN.U4CSE23009]" userId="S::bl.en.u4cse23009@bl.students.amrita.edu::bc43e5f6-3f86-4c9f-a264-7baddc64d349" providerId="AD" clId="Web-{1BBF57E3-4637-54BC-4929-3386DD36A0BE}" dt="2025-11-27T03:46:09.959" v="1" actId="1076"/>
      <pc:docMkLst>
        <pc:docMk/>
      </pc:docMkLst>
      <pc:sldChg chg="modSp">
        <pc:chgData name="Easwer Ahdalarasu Abitha-[BL.EN.U4CSE23009]" userId="S::bl.en.u4cse23009@bl.students.amrita.edu::bc43e5f6-3f86-4c9f-a264-7baddc64d349" providerId="AD" clId="Web-{1BBF57E3-4637-54BC-4929-3386DD36A0BE}" dt="2025-11-27T03:46:09.959" v="1" actId="1076"/>
        <pc:sldMkLst>
          <pc:docMk/>
          <pc:sldMk cId="1194952804" sldId="1028"/>
        </pc:sldMkLst>
        <pc:graphicFrameChg chg="mod">
          <ac:chgData name="Easwer Ahdalarasu Abitha-[BL.EN.U4CSE23009]" userId="S::bl.en.u4cse23009@bl.students.amrita.edu::bc43e5f6-3f86-4c9f-a264-7baddc64d349" providerId="AD" clId="Web-{1BBF57E3-4637-54BC-4929-3386DD36A0BE}" dt="2025-11-27T03:46:09.959" v="1" actId="1076"/>
          <ac:graphicFrameMkLst>
            <pc:docMk/>
            <pc:sldMk cId="1194952804" sldId="1028"/>
            <ac:graphicFrameMk id="10" creationId="{1E2A3879-0A66-1407-CEFE-9B051EF7D8A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371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7011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583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84F7E-5686-265A-9330-555A0CB80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66C41-6281-9961-64DD-17BFE4A20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2F5C5-1414-AD94-A8AB-073E74F64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7A984-0E2D-625A-95A1-5390BE8F8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080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738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817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669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1143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983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0F448-F936-8D8C-3D54-3F05B522D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C201F-5008-EA71-D1F6-9D5B2020C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8E54F-E52A-63AC-1BE2-6044DB944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D19A3-9355-EC44-1724-4CAA936DA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084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401C-3D73-9145-9D27-022775352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FC3C5-2E28-584B-9E08-C350F0473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1AA21-1AC4-EE4A-9EE6-2CF24966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26A89-F6F6-594C-B1D8-D2FE52E1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ABD8-565B-E441-A71D-873F53B6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0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7" y="1137256"/>
            <a:ext cx="11436823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197" y="348665"/>
            <a:ext cx="11436823" cy="421441"/>
          </a:xfrm>
        </p:spPr>
        <p:txBody>
          <a:bodyPr>
            <a:noAutofit/>
          </a:bodyPr>
          <a:lstStyle>
            <a:lvl1pPr>
              <a:defRPr sz="24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412495"/>
            <a:ext cx="12218977" cy="478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D13F47-3531-4371-B8DB-59E457D073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255" y="6520072"/>
            <a:ext cx="1262820" cy="28391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ABD8-565B-E441-A71D-873F53B6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59" y="6478755"/>
            <a:ext cx="758687" cy="365125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09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1015E1-575C-CC43-8E0C-38A94C0D0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70D65-9225-7C42-BE9D-7E7ACD230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D5A4A-C107-8941-A91D-265C67035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48F1F-AA4B-E44F-87CA-30B4D3D4B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76259-99F7-DF4A-8A42-0737A8CCE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4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902.07296" TargetMode="External"/><Relationship Id="rId3" Type="http://schemas.openxmlformats.org/officeDocument/2006/relationships/hyperlink" Target="https://doi.org/10.1007/s13042-023-01943-1" TargetMode="External"/><Relationship Id="rId7" Type="http://schemas.openxmlformats.org/officeDocument/2006/relationships/hyperlink" Target="https://www.google.com/search?q=https://ieeexplore.ieee.org/document/9607684" TargetMode="External"/><Relationship Id="rId12" Type="http://schemas.openxmlformats.org/officeDocument/2006/relationships/hyperlink" Target="https://www.google.com/search?q=https://openaccess.thecvf.com/content_ECCV_2018/html/Yancheng_Bai_SOD-MTGAN_Small_Object_ECCV_2018_paper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https://link.springer.com/article/10.1007/s11042-022-12404-3" TargetMode="External"/><Relationship Id="rId11" Type="http://schemas.openxmlformats.org/officeDocument/2006/relationships/hyperlink" Target="https://doi.org/10.1016/j.neucom.2020.12.093" TargetMode="External"/><Relationship Id="rId5" Type="http://schemas.openxmlformats.org/officeDocument/2006/relationships/hyperlink" Target="https://www.mdpi.com/1099-4300/23/9/1111" TargetMode="External"/><Relationship Id="rId10" Type="http://schemas.openxmlformats.org/officeDocument/2006/relationships/hyperlink" Target="https://ieeexplore.ieee.org/document/8099589" TargetMode="External"/><Relationship Id="rId4" Type="http://schemas.openxmlformats.org/officeDocument/2006/relationships/hyperlink" Target="https://ieeexplore.ieee.org/document/9447209" TargetMode="External"/><Relationship Id="rId9" Type="http://schemas.openxmlformats.org/officeDocument/2006/relationships/hyperlink" Target="https://link.springer.com/chapter/10.1007/978-3-319-46448-0_2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7BCD-DE16-49A3-B1A7-AEBDA2E59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ECB28-C985-4B5A-9CDD-08CA290545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0CFD00-3FA3-41EB-9053-EE933B6061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4400">
              <a:solidFill>
                <a:prstClr val="white"/>
              </a:solidFill>
              <a:latin typeface="Georgia" panose="02040502050405020303" pitchFamily="18" charset="0"/>
            </a:endParaRPr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601DD6C4-398E-4151-A3CB-D0D93CDFA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361" y="5708473"/>
            <a:ext cx="3514531" cy="1127797"/>
          </a:xfrm>
          <a:prstGeom prst="rect">
            <a:avLst/>
          </a:prstGeom>
        </p:spPr>
      </p:pic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6331B53-2438-4F04-85AA-8E0753CB5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1766878-3199-4EAB-94E7-2D6D11070E14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65D4A2-2674-4D26-B5DA-1CFF8AFC3301}"/>
              </a:ext>
            </a:extLst>
          </p:cNvPr>
          <p:cNvSpPr/>
          <p:nvPr/>
        </p:nvSpPr>
        <p:spPr>
          <a:xfrm>
            <a:off x="1716299" y="674412"/>
            <a:ext cx="8759402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400" b="1" u="sng" kern="24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ea typeface="MS Mincho" panose="02020609040205080304" pitchFamily="49" charset="-128"/>
              </a:rPr>
              <a:t>FLOATING</a:t>
            </a:r>
            <a:r>
              <a:rPr lang="en-US" sz="4400" b="1" kern="24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4400" b="1" u="sng" kern="24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ea typeface="MS Mincho" panose="02020609040205080304" pitchFamily="49" charset="-128"/>
              </a:rPr>
              <a:t>TRASH</a:t>
            </a:r>
            <a:r>
              <a:rPr lang="en-US" sz="4400" b="1" kern="24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4400" b="1" u="sng" kern="24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ea typeface="MS Mincho" panose="02020609040205080304" pitchFamily="49" charset="-128"/>
              </a:rPr>
              <a:t>DETECTION</a:t>
            </a:r>
            <a:endParaRPr lang="en-US" sz="4400" b="1" u="sng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14" name="Team Members     Group No: 13…">
            <a:extLst>
              <a:ext uri="{FF2B5EF4-FFF2-40B4-BE49-F238E27FC236}">
                <a16:creationId xmlns:a16="http://schemas.microsoft.com/office/drawing/2014/main" id="{D2EE4D94-3119-A8EC-3E4E-C059441E1B2A}"/>
              </a:ext>
            </a:extLst>
          </p:cNvPr>
          <p:cNvSpPr txBox="1"/>
          <p:nvPr/>
        </p:nvSpPr>
        <p:spPr>
          <a:xfrm>
            <a:off x="1654209" y="2401956"/>
            <a:ext cx="8883583" cy="284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45719" tIns="45719" rIns="45719" bIns="45719" numCol="1" anchor="t">
            <a:noAutofit/>
          </a:bodyPr>
          <a:lstStyle/>
          <a:p>
            <a:pPr>
              <a:lnSpc>
                <a:spcPct val="80000"/>
              </a:lnSpc>
              <a:spcBef>
                <a:spcPts val="400"/>
              </a:spcBef>
              <a:defRPr sz="2000" b="1">
                <a:latin typeface="+mn-lt"/>
                <a:ea typeface="+mn-ea"/>
                <a:cs typeface="+mn-cs"/>
                <a:sym typeface="Arial"/>
              </a:defRPr>
            </a:pPr>
            <a:r>
              <a:rPr sz="200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IN" sz="200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80000"/>
              </a:lnSpc>
              <a:spcBef>
                <a:spcPts val="400"/>
              </a:spcBef>
              <a:defRPr sz="2000" b="1">
                <a:latin typeface="+mn-lt"/>
                <a:ea typeface="+mn-ea"/>
                <a:cs typeface="+mn-cs"/>
                <a:sym typeface="Arial"/>
              </a:defRPr>
            </a:pPr>
            <a:endParaRPr sz="200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400"/>
              </a:spcBef>
              <a:defRPr sz="2000"/>
            </a:pPr>
            <a:endParaRPr sz="200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400"/>
              </a:spcBef>
              <a:defRPr sz="2000" b="1">
                <a:latin typeface="+mn-lt"/>
                <a:ea typeface="+mn-ea"/>
                <a:cs typeface="+mn-cs"/>
                <a:sym typeface="Arial"/>
              </a:defRPr>
            </a:pPr>
            <a:endParaRPr lang="en-IN" sz="200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400"/>
              </a:spcBef>
              <a:defRPr sz="2000" b="1">
                <a:latin typeface="+mn-lt"/>
                <a:ea typeface="+mn-ea"/>
                <a:cs typeface="+mn-cs"/>
                <a:sym typeface="Arial"/>
              </a:defRPr>
            </a:pPr>
            <a:endParaRPr lang="en-IN" sz="200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400"/>
              </a:spcBef>
              <a:defRPr sz="2000" b="1">
                <a:latin typeface="+mn-lt"/>
                <a:ea typeface="+mn-ea"/>
                <a:cs typeface="+mn-cs"/>
                <a:sym typeface="Arial"/>
              </a:defRPr>
            </a:pPr>
            <a:endParaRPr lang="en-IN" sz="200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400"/>
              </a:spcBef>
              <a:defRPr sz="2000" b="1">
                <a:latin typeface="+mn-lt"/>
                <a:ea typeface="+mn-ea"/>
                <a:cs typeface="+mn-cs"/>
                <a:sym typeface="Arial"/>
              </a:defRPr>
            </a:pPr>
            <a:endParaRPr lang="en-IN" sz="200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400"/>
              </a:spcBef>
              <a:defRPr sz="2000" b="1">
                <a:latin typeface="+mn-lt"/>
                <a:ea typeface="+mn-ea"/>
                <a:cs typeface="+mn-cs"/>
                <a:sym typeface="Arial"/>
              </a:defRPr>
            </a:pPr>
            <a:endParaRPr lang="en-IN" sz="200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400"/>
              </a:spcBef>
              <a:defRPr sz="2000" b="1">
                <a:latin typeface="+mn-lt"/>
                <a:ea typeface="+mn-ea"/>
                <a:cs typeface="+mn-cs"/>
                <a:sym typeface="Arial"/>
              </a:defRPr>
            </a:pPr>
            <a:r>
              <a:rPr lang="en-IN" sz="200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Advisor: </a:t>
            </a:r>
            <a:r>
              <a:rPr lang="en-US" sz="2000" b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B Saranya Devi </a:t>
            </a:r>
            <a:r>
              <a:rPr lang="en-IN" sz="2000" b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A63BE85B-6374-76D7-5E38-FC60C7AC7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890732"/>
              </p:ext>
            </p:extLst>
          </p:nvPr>
        </p:nvGraphicFramePr>
        <p:xfrm>
          <a:off x="2032001" y="2978598"/>
          <a:ext cx="812799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846">
                  <a:extLst>
                    <a:ext uri="{9D8B030D-6E8A-4147-A177-3AD203B41FA5}">
                      <a16:colId xmlns:a16="http://schemas.microsoft.com/office/drawing/2014/main" val="3821791271"/>
                    </a:ext>
                  </a:extLst>
                </a:gridCol>
                <a:gridCol w="3027285">
                  <a:extLst>
                    <a:ext uri="{9D8B030D-6E8A-4147-A177-3AD203B41FA5}">
                      <a16:colId xmlns:a16="http://schemas.microsoft.com/office/drawing/2014/main" val="3813364352"/>
                    </a:ext>
                  </a:extLst>
                </a:gridCol>
                <a:gridCol w="3474868">
                  <a:extLst>
                    <a:ext uri="{9D8B030D-6E8A-4147-A177-3AD203B41FA5}">
                      <a16:colId xmlns:a16="http://schemas.microsoft.com/office/drawing/2014/main" val="2182017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US" sz="1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Reg. No.</a:t>
                      </a:r>
                      <a:endParaRPr lang="en-US" sz="1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Student</a:t>
                      </a:r>
                      <a:endParaRPr lang="en-US" sz="1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69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BL.EN.U4CSE23009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EASWER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913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BL.EN.U4CSE23024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KIRAN KISHORE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749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BL.EN.U4CSE23057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VARUN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897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341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BD9D3-CCA6-B9E3-9FD5-3138BB53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2" y="320797"/>
            <a:ext cx="8577617" cy="584272"/>
          </a:xfrm>
        </p:spPr>
        <p:txBody>
          <a:bodyPr/>
          <a:lstStyle/>
          <a:p>
            <a:r>
              <a:rPr lang="en-US" sz="4000"/>
              <a:t>INTRODUCTION</a:t>
            </a:r>
            <a:endParaRPr lang="en-IN" sz="4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2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24E328-7612-7EDB-2DCE-EAE746024E5F}"/>
              </a:ext>
            </a:extLst>
          </p:cNvPr>
          <p:cNvSpPr txBox="1"/>
          <p:nvPr/>
        </p:nvSpPr>
        <p:spPr>
          <a:xfrm>
            <a:off x="775341" y="1479943"/>
            <a:ext cx="10800000" cy="43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pollution, specifically floating debris, poses a severe threat to aquatic ecosystems.</a:t>
            </a: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</a:pPr>
            <a:endParaRPr lang="en-US" altLang="en-US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cleanup is inefficient; automated systems utilizing Computer Vision are required.</a:t>
            </a: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</a:pPr>
            <a:endParaRPr lang="en-US" altLang="en-US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Scope: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and comparing 7 distinct models (YOLO variants, RT-DETR, UNET, DBSCAN) to identify "tiny" objects (32 X 32 pixels) in challenging water environments.</a:t>
            </a:r>
          </a:p>
        </p:txBody>
      </p:sp>
    </p:spTree>
    <p:extLst>
      <p:ext uri="{BB962C8B-B14F-4D97-AF65-F5344CB8AC3E}">
        <p14:creationId xmlns:p14="http://schemas.microsoft.com/office/powerpoint/2010/main" val="2916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3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496DA7-DD7E-E997-6F04-211B17F9F726}"/>
              </a:ext>
            </a:extLst>
          </p:cNvPr>
          <p:cNvSpPr txBox="1"/>
          <p:nvPr/>
        </p:nvSpPr>
        <p:spPr>
          <a:xfrm>
            <a:off x="887622" y="1267290"/>
            <a:ext cx="10864629" cy="48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Issue: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Detecting "Tiny" Objects.</a:t>
            </a:r>
          </a:p>
          <a:p>
            <a:pPr lvl="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 often occupy less than </a:t>
            </a:r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0.5%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image.</a:t>
            </a:r>
          </a:p>
          <a:p>
            <a:pPr lvl="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Loss: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Tiny objects disappear in deep network layers due to down-sampling.</a:t>
            </a:r>
          </a:p>
          <a:p>
            <a:pPr lvl="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Interference: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Water ripples, reflections, and variable lighting mimic debris features.</a:t>
            </a:r>
          </a:p>
          <a:p>
            <a:pPr lvl="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Imbalanced Loss: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Standard detection metrics (</a:t>
            </a:r>
            <a:r>
              <a:rPr lang="en-US" altLang="en-US" sz="24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penalize small object errors more harshly than large ones.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5502A034-D839-71A0-7BD5-42CE21B5BA14}"/>
              </a:ext>
            </a:extLst>
          </p:cNvPr>
          <p:cNvSpPr txBox="1">
            <a:spLocks/>
          </p:cNvSpPr>
          <p:nvPr/>
        </p:nvSpPr>
        <p:spPr>
          <a:xfrm>
            <a:off x="495302" y="320797"/>
            <a:ext cx="8577617" cy="584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A4123F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sz="4000"/>
              <a:t>PROBLEM STATEMENT</a:t>
            </a:r>
            <a:endParaRPr lang="en-IN" sz="4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239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BD9D3-CCA6-B9E3-9FD5-3138BB53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545" y="63163"/>
            <a:ext cx="8577617" cy="316081"/>
          </a:xfrm>
        </p:spPr>
        <p:txBody>
          <a:bodyPr/>
          <a:lstStyle/>
          <a:p>
            <a:pPr algn="ctr"/>
            <a:r>
              <a:rPr lang="en-US">
                <a:sym typeface="Times New Roman"/>
              </a:rPr>
              <a:t>Literature</a:t>
            </a:r>
            <a:r>
              <a:rPr lang="en-US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/>
              <a:t>Survey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4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8A48D845-A724-5505-60C5-936C5F696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823230"/>
              </p:ext>
            </p:extLst>
          </p:nvPr>
        </p:nvGraphicFramePr>
        <p:xfrm>
          <a:off x="147000" y="457324"/>
          <a:ext cx="11898000" cy="5715809"/>
        </p:xfrm>
        <a:graphic>
          <a:graphicData uri="http://schemas.openxmlformats.org/drawingml/2006/table">
            <a:tbl>
              <a:tblPr firstRow="1" bandRow="1">
                <a:tableStyleId>{EEE7283C-3CF3-47DC-8721-378D4A62B228}</a:tableStyleId>
              </a:tblPr>
              <a:tblGrid>
                <a:gridCol w="475032">
                  <a:extLst>
                    <a:ext uri="{9D8B030D-6E8A-4147-A177-3AD203B41FA5}">
                      <a16:colId xmlns:a16="http://schemas.microsoft.com/office/drawing/2014/main" val="739043522"/>
                    </a:ext>
                  </a:extLst>
                </a:gridCol>
                <a:gridCol w="1209666">
                  <a:extLst>
                    <a:ext uri="{9D8B030D-6E8A-4147-A177-3AD203B41FA5}">
                      <a16:colId xmlns:a16="http://schemas.microsoft.com/office/drawing/2014/main" val="2216152480"/>
                    </a:ext>
                  </a:extLst>
                </a:gridCol>
                <a:gridCol w="2375892">
                  <a:extLst>
                    <a:ext uri="{9D8B030D-6E8A-4147-A177-3AD203B41FA5}">
                      <a16:colId xmlns:a16="http://schemas.microsoft.com/office/drawing/2014/main" val="2141654083"/>
                    </a:ext>
                  </a:extLst>
                </a:gridCol>
                <a:gridCol w="7837410">
                  <a:extLst>
                    <a:ext uri="{9D8B030D-6E8A-4147-A177-3AD203B41FA5}">
                      <a16:colId xmlns:a16="http://schemas.microsoft.com/office/drawing/2014/main" val="901742814"/>
                    </a:ext>
                  </a:extLst>
                </a:gridCol>
              </a:tblGrid>
              <a:tr h="503729">
                <a:tc>
                  <a:txBody>
                    <a:bodyPr/>
                    <a:lstStyle/>
                    <a:p>
                      <a:pPr algn="ctr"/>
                      <a:r>
                        <a:rPr lang="en-US" sz="12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</a:t>
                      </a:r>
                    </a:p>
                    <a:p>
                      <a:pPr algn="ctr"/>
                      <a:r>
                        <a:rPr lang="en-US" sz="12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</a:p>
                  </a:txBody>
                  <a:tcPr anchor="ctr">
                    <a:solidFill>
                      <a:srgbClr val="AA02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>
                    <a:solidFill>
                      <a:srgbClr val="AA02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>
                    <a:solidFill>
                      <a:srgbClr val="AA02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anchor="ctr">
                    <a:solidFill>
                      <a:srgbClr val="AA0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048611"/>
                  </a:ext>
                </a:extLst>
              </a:tr>
              <a:tr h="4927456">
                <a:tc>
                  <a:txBody>
                    <a:bodyPr/>
                    <a:lstStyle/>
                    <a:p>
                      <a:pPr algn="just"/>
                      <a:r>
                        <a:rPr lang="en-US" sz="16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sz="16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sz="16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sz="16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it-IT" sz="1600" b="0" i="0"/>
                        <a:t>Li, K. et al. (Base Paper)</a:t>
                      </a:r>
                    </a:p>
                    <a:p>
                      <a:pPr algn="just"/>
                      <a:endParaRPr lang="it-IT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it-IT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it-IT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sz="1600" i="0"/>
                        <a:t>Zhang, L., et al.</a:t>
                      </a:r>
                    </a:p>
                    <a:p>
                      <a:pPr algn="just"/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sz="1600" i="0"/>
                        <a:t>Lin, F., et al.</a:t>
                      </a:r>
                    </a:p>
                    <a:p>
                      <a:pPr algn="just"/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sz="1600" i="0"/>
                        <a:t>Yi, Z., et al.</a:t>
                      </a:r>
                      <a:endParaRPr lang="en-US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/>
                        <a:t>Feature augmentation and scale penalty for tiny floating detection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 (Springer)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/>
                        <a:t>Real-time detection of river surface floating object based on improved </a:t>
                      </a:r>
                      <a:r>
                        <a:rPr lang="en-US" sz="1600" i="0" err="1"/>
                        <a:t>RefineDet</a:t>
                      </a:r>
                      <a:r>
                        <a:rPr lang="en-US" sz="1600" i="0"/>
                        <a:t> 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/>
                        <a:t>2021 (IEEE Access)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/>
                        <a:t>Improved YOLO based detection algorithm for floating debris in waterway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/>
                        <a:t>2021 (Entropy)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/>
                        <a:t>Detection and localization for lake floating objects based on CA-Faster R-CNN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/>
                        <a:t>2022 (Multimedia Tools)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i="0"/>
                        <a:t>Proposed enhanced YOLOv4 with Feature Augmentation Module (FAM) and Scale Penalty to preserve tiny object features. </a:t>
                      </a:r>
                      <a:r>
                        <a:rPr lang="en-US" sz="1600" b="1" i="0"/>
                        <a:t>Result:</a:t>
                      </a:r>
                      <a:r>
                        <a:rPr lang="en-US" sz="1600" i="0"/>
                        <a:t> 94.6% </a:t>
                      </a:r>
                      <a:r>
                        <a:rPr lang="en-US" sz="1600" i="0" err="1"/>
                        <a:t>mAP</a:t>
                      </a:r>
                      <a:r>
                        <a:rPr lang="en-US" sz="1600" i="0"/>
                        <a:t> on Flow-RI dataset.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i="0"/>
                        <a:t>Improved </a:t>
                      </a:r>
                      <a:r>
                        <a:rPr lang="en-US" sz="1600" i="0" err="1"/>
                        <a:t>RefineDet</a:t>
                      </a:r>
                      <a:r>
                        <a:rPr lang="en-US" sz="1600" i="0"/>
                        <a:t> to handle the poor robustness of traditional algorithms against changing water backgrounds and illumination.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i="0"/>
                        <a:t>Addressed the speed limitations of image processing by proposing an optimized YOLOv5s for real-time monitoring of waterways.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i="0"/>
                        <a:t>Proposed a "Context-Aware" network combined with Faster R-CNN to solve the issue where bounding boxes fail to accurately localize amorphous floating trash.</a:t>
                      </a: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041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546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12083-E5F4-AD42-0FF8-BABAB3B02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924D56-E311-1EDD-A0DB-B81C05F4E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545" y="63163"/>
            <a:ext cx="8577617" cy="316081"/>
          </a:xfrm>
        </p:spPr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cs typeface="Times New Roman" panose="02020603050405020304" pitchFamily="18" charset="0"/>
              </a:rPr>
              <a:t>Literature Survey</a:t>
            </a:r>
            <a:endParaRPr lang="en-IN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759FC-5DAC-7741-386F-96F96930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5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EFF8EF7A-F6F3-3774-A290-7AA2FBFF6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86178"/>
              </p:ext>
            </p:extLst>
          </p:nvPr>
        </p:nvGraphicFramePr>
        <p:xfrm>
          <a:off x="147000" y="481343"/>
          <a:ext cx="11898001" cy="5699507"/>
        </p:xfrm>
        <a:graphic>
          <a:graphicData uri="http://schemas.openxmlformats.org/drawingml/2006/table">
            <a:tbl>
              <a:tblPr firstRow="1" bandRow="1">
                <a:tableStyleId>{EEE7283C-3CF3-47DC-8721-378D4A62B228}</a:tableStyleId>
              </a:tblPr>
              <a:tblGrid>
                <a:gridCol w="468998">
                  <a:extLst>
                    <a:ext uri="{9D8B030D-6E8A-4147-A177-3AD203B41FA5}">
                      <a16:colId xmlns:a16="http://schemas.microsoft.com/office/drawing/2014/main" val="739043522"/>
                    </a:ext>
                  </a:extLst>
                </a:gridCol>
                <a:gridCol w="1193812">
                  <a:extLst>
                    <a:ext uri="{9D8B030D-6E8A-4147-A177-3AD203B41FA5}">
                      <a16:colId xmlns:a16="http://schemas.microsoft.com/office/drawing/2014/main" val="2216152480"/>
                    </a:ext>
                  </a:extLst>
                </a:gridCol>
                <a:gridCol w="2370838">
                  <a:extLst>
                    <a:ext uri="{9D8B030D-6E8A-4147-A177-3AD203B41FA5}">
                      <a16:colId xmlns:a16="http://schemas.microsoft.com/office/drawing/2014/main" val="2141654083"/>
                    </a:ext>
                  </a:extLst>
                </a:gridCol>
                <a:gridCol w="7864353">
                  <a:extLst>
                    <a:ext uri="{9D8B030D-6E8A-4147-A177-3AD203B41FA5}">
                      <a16:colId xmlns:a16="http://schemas.microsoft.com/office/drawing/2014/main" val="90174281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1200" b="1" i="0" kern="12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SL.NO.</a:t>
                      </a:r>
                    </a:p>
                  </a:txBody>
                  <a:tcPr anchor="ctr">
                    <a:solidFill>
                      <a:srgbClr val="AA022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1200" b="1" i="0" kern="12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>
                    <a:solidFill>
                      <a:srgbClr val="AA022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1200" b="1" i="0" kern="12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>
                    <a:solidFill>
                      <a:srgbClr val="AA022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1200" b="1" i="0" kern="12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anchor="ctr">
                    <a:solidFill>
                      <a:srgbClr val="AA0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048611"/>
                  </a:ext>
                </a:extLst>
              </a:tr>
              <a:tr h="5195507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algn="l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6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algn="l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6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  <a:p>
                      <a:pPr algn="l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6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algn="l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i="0"/>
                        <a:t>Cheng, Y., et al.</a:t>
                      </a:r>
                    </a:p>
                    <a:p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i="0" err="1"/>
                        <a:t>Kisantal</a:t>
                      </a:r>
                      <a:r>
                        <a:rPr lang="en-IN" sz="1600" i="0"/>
                        <a:t>, M., et al.</a:t>
                      </a:r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i="0"/>
                        <a:t>Liu, W., et al.</a:t>
                      </a:r>
                    </a:p>
                    <a:p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i="0"/>
                        <a:t>Lin, T-Y., et al.</a:t>
                      </a:r>
                    </a:p>
                    <a:p>
                      <a:endParaRPr lang="en-IN" sz="16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/>
                        <a:t>Robust small object detection... through fusion of camera and mm-wave radar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/>
                        <a:t>2021 (ICCV)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/>
                        <a:t>Augmentation for small object detection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/>
                        <a:t>2019 (</a:t>
                      </a:r>
                      <a:r>
                        <a:rPr lang="en-US" sz="1600" i="1" err="1"/>
                        <a:t>arXiv</a:t>
                      </a:r>
                      <a:r>
                        <a:rPr lang="en-US" sz="1600" i="1"/>
                        <a:t>)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/>
                        <a:t>SSD: Single Shot </a:t>
                      </a:r>
                      <a:r>
                        <a:rPr lang="en-US" sz="1600" i="0" err="1"/>
                        <a:t>MultiBox</a:t>
                      </a:r>
                      <a:r>
                        <a:rPr lang="en-US" sz="1600" i="0"/>
                        <a:t> Detector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/>
                        <a:t>2016 (ECCV)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/>
                        <a:t>Feature Pyramid Networks for Object Detection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/>
                        <a:t>2017 (CVPR)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i="0"/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i="0"/>
                        <a:t>Proposed fusing RGB images with millimeter-wave radar point clouds to overcome visual limitations like illumination and distortion.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/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i="0"/>
                        <a:t>Addressed the lack of training samples for tiny objects by "Copy-Pasting" small objects multiple times into images to increase gradient contribution.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/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/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i="0"/>
                        <a:t>Introduced multi-scale detection using low-level feature maps for small objects and high-level maps for large objects.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i="0"/>
                        <a:t>Proposed Top-Down and Lateral connections (FPN) to build high-level semantic feature maps at all scales, crucial for small object visibility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041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917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6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1AA014-2C9B-0A93-24B4-BB8EAAEB8AE1}"/>
              </a:ext>
            </a:extLst>
          </p:cNvPr>
          <p:cNvSpPr txBox="1"/>
          <p:nvPr/>
        </p:nvSpPr>
        <p:spPr>
          <a:xfrm>
            <a:off x="495051" y="1284470"/>
            <a:ext cx="11239223" cy="4480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4000" lvl="0" indent="-28575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1: The "Small Object" Dilemma: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Most state-of-the-art models (SOTA) optimize for medium/large objects (COCO metrics). Tiny objects (&lt;32px) are often treated as noise.</a:t>
            </a:r>
          </a:p>
          <a:p>
            <a:pPr marL="324000" lvl="0" indent="-28575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2: Real-time Constraint: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Heavy models (like Transformers) are accurate but too slow for a moving boat. Lightweight models (YOLO Nano) lose accuracy.</a:t>
            </a:r>
          </a:p>
          <a:p>
            <a:pPr marL="324000" lvl="0" indent="-28575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3: Environmental Noise: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 glint, ripples, and reflections on water are often misclassified as debris (False Positives).</a:t>
            </a:r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4000" lvl="0" indent="-28575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4000" lvl="0" indent="-28575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Disappearance: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Most standard backbones (</a:t>
            </a:r>
            <a:r>
              <a:rPr lang="en-US" altLang="en-US" sz="16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DarkNet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6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downsample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images by 32x32 object becomes 1x1 pixel, effectively vanishing.</a:t>
            </a:r>
          </a:p>
          <a:p>
            <a:pPr marL="324000" lvl="0" indent="-28575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Conflicting Information: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Fusing high-level (semantic) and low-level (spatial) features often creates noise, obscuring tiny targets</a:t>
            </a:r>
            <a:r>
              <a:rPr lang="en-US" altLang="en-US" sz="1600" baseline="30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24000" lvl="0" indent="-285750" algn="just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alt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Metric Bias: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1-pixel shift in a prediction box for a tiny object causes a massive drop in </a:t>
            </a:r>
            <a:r>
              <a:rPr lang="en-US" altLang="en-US" sz="16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the same shift for a large object.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294718DA-6F2D-4C0A-D49F-3432C06A0946}"/>
              </a:ext>
            </a:extLst>
          </p:cNvPr>
          <p:cNvSpPr txBox="1">
            <a:spLocks/>
          </p:cNvSpPr>
          <p:nvPr/>
        </p:nvSpPr>
        <p:spPr>
          <a:xfrm>
            <a:off x="495302" y="432769"/>
            <a:ext cx="9283180" cy="584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A4123F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sz="3600"/>
              <a:t>RESEARCH GAPS AND CHALLENGES</a:t>
            </a:r>
            <a:endParaRPr lang="en-IN" sz="36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854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7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83D82-7E17-BF90-ABAC-51446CF5C112}"/>
              </a:ext>
            </a:extLst>
          </p:cNvPr>
          <p:cNvSpPr txBox="1"/>
          <p:nvPr/>
        </p:nvSpPr>
        <p:spPr>
          <a:xfrm>
            <a:off x="319574" y="1129877"/>
            <a:ext cx="11552853" cy="4598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YOLOv11-P2 (The Tiny Specialist)</a:t>
            </a: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Flow:</a:t>
            </a:r>
            <a:r>
              <a:rPr lang="en-US" altLang="en-US" sz="15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Input (1024x1024) -&gt; Backbone (C1, C2 (P2)) -&gt; Neck (High-Res Feature Fusion) -&gt; Head (Detect at P2 level) -&gt; Output</a:t>
            </a: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US" altLang="en-US" sz="15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 Layer Utilization:</a:t>
            </a:r>
            <a:r>
              <a:rPr lang="en-US" altLang="en-US" sz="15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Extracts features at 4x </a:t>
            </a:r>
            <a:r>
              <a:rPr lang="en-US" altLang="en-US" sz="15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altLang="en-US" sz="15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(instead of standard 8x/32x) to keep small objects visible.</a:t>
            </a:r>
          </a:p>
          <a:p>
            <a:pPr marL="457200" lvl="1" indent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High-Res Input:</a:t>
            </a:r>
            <a:r>
              <a:rPr lang="en-US" altLang="en-US" sz="15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Processing at 1024px to maximize pixel density for tiny debris.</a:t>
            </a: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1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YOLOv5 &amp; YOLOv8 (The Baselines)</a:t>
            </a: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Flow:</a:t>
            </a:r>
            <a:r>
              <a:rPr lang="en-US" altLang="en-US" sz="15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Input (640x640) -&gt; </a:t>
            </a:r>
            <a:r>
              <a:rPr lang="en-US" altLang="en-US" sz="15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CSPDarknet</a:t>
            </a:r>
            <a:r>
              <a:rPr lang="en-US" altLang="en-US" sz="15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Backbone -&gt; PANet Neck (Feature Pyramid) -&gt; Decoupled Head (v8) / Coupled Head (v5) -&gt; Output</a:t>
            </a: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US" altLang="en-US" sz="15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C2f Module (v8):</a:t>
            </a:r>
            <a:r>
              <a:rPr lang="en-US" altLang="en-US" sz="15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Richer gradient flow for feature extraction.</a:t>
            </a:r>
          </a:p>
          <a:p>
            <a:pPr marL="457200" lvl="1" indent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Anchor-Free Head (v8):</a:t>
            </a:r>
            <a:r>
              <a:rPr lang="en-US" altLang="en-US" sz="15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Directly predicts object center, reducing the complexity of anchor box matching for small irregular trash boundaries.</a:t>
            </a:r>
          </a:p>
          <a:p>
            <a:pPr marL="457200" lvl="1" indent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Pixel Classification:</a:t>
            </a:r>
            <a:r>
              <a:rPr lang="en-US" altLang="en-US" sz="15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Classifies every single pixel as "Water" or "Trash".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D360819-8C66-01CD-0F2F-CB90C71F7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97" y="423313"/>
            <a:ext cx="11436823" cy="421441"/>
          </a:xfrm>
        </p:spPr>
        <p:txBody>
          <a:bodyPr/>
          <a:lstStyle/>
          <a:p>
            <a:r>
              <a:rPr lang="en-US" sz="3500"/>
              <a:t>DESIGN</a:t>
            </a:r>
            <a:endParaRPr lang="en-IN" sz="3500"/>
          </a:p>
        </p:txBody>
      </p:sp>
    </p:spTree>
    <p:extLst>
      <p:ext uri="{BB962C8B-B14F-4D97-AF65-F5344CB8AC3E}">
        <p14:creationId xmlns:p14="http://schemas.microsoft.com/office/powerpoint/2010/main" val="4046392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DA4FCB-618C-19FC-FF05-72C215CBD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244" y="792013"/>
            <a:ext cx="10939513" cy="5493382"/>
          </a:xfrm>
        </p:spPr>
        <p:txBody>
          <a:bodyPr>
            <a:noAutofit/>
          </a:bodyPr>
          <a:lstStyle/>
          <a:p>
            <a:pPr marL="0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 RT-DETR (Real-Time Transformer)</a:t>
            </a:r>
          </a:p>
          <a:p>
            <a:pPr marL="0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 Flow:</a:t>
            </a: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 Input -&gt; CNN Backbone -&gt; Hybrid Encoder (Attention) -&gt; Transformer Decoder -&gt; Prediction Heads -&gt; Output</a:t>
            </a:r>
          </a:p>
          <a:p>
            <a:pPr marL="0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US" alt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3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Self-Attention</a:t>
            </a:r>
            <a:r>
              <a:rPr lang="en-US" alt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 Mechanisms that look at the </a:t>
            </a:r>
            <a:r>
              <a:rPr lang="en-US" altLang="en-US" sz="1300" i="1">
                <a:latin typeface="Times New Roman" panose="02020603050405020304" pitchFamily="18" charset="0"/>
                <a:cs typeface="Times New Roman" panose="02020603050405020304" pitchFamily="18" charset="0"/>
              </a:rPr>
              <a:t>entire</a:t>
            </a: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 image at once, helping distinguish debris from global water patterns (ripples).</a:t>
            </a:r>
          </a:p>
          <a:p>
            <a:pPr marL="457200" lvl="1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3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alt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-aware Query Selection:</a:t>
            </a: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 Selects object queries based on quality, improving accuracy on difficult targets.</a:t>
            </a:r>
          </a:p>
          <a:p>
            <a:pPr marL="0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3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UNET (Semantic Segmentation)</a:t>
            </a:r>
          </a:p>
          <a:p>
            <a:pPr marL="0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 Flow:</a:t>
            </a: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 Input -&gt; Encoder (</a:t>
            </a:r>
            <a:r>
              <a:rPr lang="en-US" altLang="en-US" sz="130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) -&gt; Bottleneck -&gt; Decoder (</a:t>
            </a:r>
            <a:r>
              <a:rPr lang="en-US" altLang="en-US" sz="130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Upsampling</a:t>
            </a: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 + Skip Connections) -&gt; Pixel-wise Mask</a:t>
            </a:r>
          </a:p>
          <a:p>
            <a:pPr marL="0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US" alt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Skip Connections:</a:t>
            </a: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 Concatenates encoder features with decoder features to recover precise spatial details of</a:t>
            </a:r>
          </a:p>
          <a:p>
            <a:pPr marL="0" lvl="0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3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5. DBSCAN (Unsupervised Clustering)</a:t>
            </a:r>
          </a:p>
          <a:p>
            <a:pPr marL="0" lvl="0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 Flow:</a:t>
            </a: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 Input Image -&gt; Preprocessing (HSV/Gray) -&gt; Feature Extraction (Edges/Blobs) -&gt; Density Clustering (DBSCAN) -&gt; Bounding Box Gen -&gt; Output</a:t>
            </a:r>
          </a:p>
          <a:p>
            <a:pPr marL="0" lvl="0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US" alt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Density Reachability:</a:t>
            </a: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 Groups pixels that are close together (trash) and marks sparse areas (water) as noise.</a:t>
            </a:r>
          </a:p>
          <a:p>
            <a:pPr marL="457200" lvl="1" indent="0" eaLnBrk="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No Training:</a:t>
            </a: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 Detects anomalies purely based on pixel density without a dataset.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A1262-F418-207E-0C64-675B268B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D1B26667-0FE2-C0D7-489E-7F63B397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97" y="227366"/>
            <a:ext cx="11436823" cy="421441"/>
          </a:xfrm>
        </p:spPr>
        <p:txBody>
          <a:bodyPr/>
          <a:lstStyle/>
          <a:p>
            <a:r>
              <a:rPr lang="en-US" sz="3500"/>
              <a:t>DESIGN</a:t>
            </a:r>
            <a:endParaRPr lang="en-IN" sz="3500"/>
          </a:p>
        </p:txBody>
      </p:sp>
    </p:spTree>
    <p:extLst>
      <p:ext uri="{BB962C8B-B14F-4D97-AF65-F5344CB8AC3E}">
        <p14:creationId xmlns:p14="http://schemas.microsoft.com/office/powerpoint/2010/main" val="2886294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9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FE7214-48D7-9DC6-6EE2-BACA1FB92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/>
              <a:t>MODULES</a:t>
            </a:r>
            <a:endParaRPr lang="en-IN" sz="35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98C489-A090-0FEC-7E3B-BA3F1B85F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339865"/>
              </p:ext>
            </p:extLst>
          </p:nvPr>
        </p:nvGraphicFramePr>
        <p:xfrm>
          <a:off x="2500086" y="1590040"/>
          <a:ext cx="7191829" cy="370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2791">
                  <a:extLst>
                    <a:ext uri="{9D8B030D-6E8A-4147-A177-3AD203B41FA5}">
                      <a16:colId xmlns:a16="http://schemas.microsoft.com/office/drawing/2014/main" val="2996962640"/>
                    </a:ext>
                  </a:extLst>
                </a:gridCol>
                <a:gridCol w="1866123">
                  <a:extLst>
                    <a:ext uri="{9D8B030D-6E8A-4147-A177-3AD203B41FA5}">
                      <a16:colId xmlns:a16="http://schemas.microsoft.com/office/drawing/2014/main" val="1219906830"/>
                    </a:ext>
                  </a:extLst>
                </a:gridCol>
                <a:gridCol w="3722915">
                  <a:extLst>
                    <a:ext uri="{9D8B030D-6E8A-4147-A177-3AD203B41FA5}">
                      <a16:colId xmlns:a16="http://schemas.microsoft.com/office/drawing/2014/main" val="4137521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</a:rPr>
                        <a:t>MODEL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</a:rPr>
                        <a:t>CORE MODULES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</a:rPr>
                        <a:t>FUNCTION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70271176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YOLOv11 P2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C3k2 Block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Faster feature extraction with adaptive kernel sizes.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4861232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C2PSA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Spatial Attention module to focus on object regions.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2990011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P2 Head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Critical: Detection at 4x downsampling (vs 8x standard).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54659954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RT-DETR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AIFI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Intra-scale feature interaction (Attention based).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2806797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CCFM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Cross-scale feature fusion (CNN based).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685536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YOLOv5/v8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C2f / CSP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Cross-Stage Partial networks for gradient flow.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2960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UNET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Skip Connections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Copy high-res features from encoder to decoder to fix boundaries.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08397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8404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10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0B6064-3126-5A26-00F0-47E31ACE1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82097"/>
              </p:ext>
            </p:extLst>
          </p:nvPr>
        </p:nvGraphicFramePr>
        <p:xfrm>
          <a:off x="1704910" y="1304073"/>
          <a:ext cx="8782180" cy="45012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9668">
                  <a:extLst>
                    <a:ext uri="{9D8B030D-6E8A-4147-A177-3AD203B41FA5}">
                      <a16:colId xmlns:a16="http://schemas.microsoft.com/office/drawing/2014/main" val="962925465"/>
                    </a:ext>
                  </a:extLst>
                </a:gridCol>
                <a:gridCol w="1394554">
                  <a:extLst>
                    <a:ext uri="{9D8B030D-6E8A-4147-A177-3AD203B41FA5}">
                      <a16:colId xmlns:a16="http://schemas.microsoft.com/office/drawing/2014/main" val="1636753571"/>
                    </a:ext>
                  </a:extLst>
                </a:gridCol>
                <a:gridCol w="1183966">
                  <a:extLst>
                    <a:ext uri="{9D8B030D-6E8A-4147-A177-3AD203B41FA5}">
                      <a16:colId xmlns:a16="http://schemas.microsoft.com/office/drawing/2014/main" val="3296461438"/>
                    </a:ext>
                  </a:extLst>
                </a:gridCol>
                <a:gridCol w="937949">
                  <a:extLst>
                    <a:ext uri="{9D8B030D-6E8A-4147-A177-3AD203B41FA5}">
                      <a16:colId xmlns:a16="http://schemas.microsoft.com/office/drawing/2014/main" val="2460253448"/>
                    </a:ext>
                  </a:extLst>
                </a:gridCol>
                <a:gridCol w="1059012">
                  <a:extLst>
                    <a:ext uri="{9D8B030D-6E8A-4147-A177-3AD203B41FA5}">
                      <a16:colId xmlns:a16="http://schemas.microsoft.com/office/drawing/2014/main" val="1550435011"/>
                    </a:ext>
                  </a:extLst>
                </a:gridCol>
                <a:gridCol w="1277464">
                  <a:extLst>
                    <a:ext uri="{9D8B030D-6E8A-4147-A177-3AD203B41FA5}">
                      <a16:colId xmlns:a16="http://schemas.microsoft.com/office/drawing/2014/main" val="1209726945"/>
                    </a:ext>
                  </a:extLst>
                </a:gridCol>
                <a:gridCol w="1759567">
                  <a:extLst>
                    <a:ext uri="{9D8B030D-6E8A-4147-A177-3AD203B41FA5}">
                      <a16:colId xmlns:a16="http://schemas.microsoft.com/office/drawing/2014/main" val="309440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</a:rPr>
                        <a:t>Model</a:t>
                      </a:r>
                      <a:endParaRPr lang="en-IN" sz="1600">
                        <a:solidFill>
                          <a:srgbClr val="1F1F1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</a:rPr>
                        <a:t>Epochs Trained</a:t>
                      </a:r>
                      <a:endParaRPr lang="en-IN" sz="1600">
                        <a:solidFill>
                          <a:srgbClr val="1F1F1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</a:rPr>
                        <a:t>Precision (P)</a:t>
                      </a:r>
                      <a:endParaRPr lang="en-IN" sz="1600">
                        <a:solidFill>
                          <a:srgbClr val="1F1F1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</a:rPr>
                        <a:t>Recall (R)</a:t>
                      </a:r>
                      <a:endParaRPr lang="en-IN" sz="1600">
                        <a:solidFill>
                          <a:srgbClr val="1F1F1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600" b="1" err="1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</a:rPr>
                        <a:t>mAP</a:t>
                      </a:r>
                      <a:r>
                        <a:rPr lang="en-IN" sz="1600" b="1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</a:rPr>
                        <a:t> @ 50</a:t>
                      </a:r>
                      <a:endParaRPr lang="en-IN" sz="1600">
                        <a:solidFill>
                          <a:srgbClr val="1F1F1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600" b="1" err="1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</a:rPr>
                        <a:t>mAP</a:t>
                      </a:r>
                      <a:r>
                        <a:rPr lang="en-IN" sz="1600" b="1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</a:rPr>
                        <a:t> @ 50-95</a:t>
                      </a:r>
                      <a:endParaRPr lang="en-IN" sz="1600">
                        <a:solidFill>
                          <a:srgbClr val="1F1F1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600" b="1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</a:rPr>
                        <a:t>Inference</a:t>
                      </a:r>
                      <a:endParaRPr lang="en-IN" sz="1600">
                        <a:solidFill>
                          <a:srgbClr val="1F1F1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extLst>
                  <a:ext uri="{0D108BD9-81ED-4DB2-BD59-A6C34878D82A}">
                    <a16:rowId xmlns:a16="http://schemas.microsoft.com/office/drawing/2014/main" val="3911565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YOLOv8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0.941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0.932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96.0%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0.601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Overall.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Highest strict accuracy (50-95).</a:t>
                      </a:r>
                    </a:p>
                  </a:txBody>
                  <a:tcPr marL="62911" marR="62911" marT="41941" marB="41941" anchor="ctr"/>
                </a:tc>
                <a:extLst>
                  <a:ext uri="{0D108BD9-81ED-4DB2-BD59-A6C34878D82A}">
                    <a16:rowId xmlns:a16="http://schemas.microsoft.com/office/drawing/2014/main" val="1183360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YOLOv5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0.944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0.946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97.1%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0.538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Detection Rate.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Highest mAP@50.</a:t>
                      </a:r>
                    </a:p>
                  </a:txBody>
                  <a:tcPr marL="62911" marR="62911" marT="41941" marB="41941" anchor="ctr"/>
                </a:tc>
                <a:extLst>
                  <a:ext uri="{0D108BD9-81ED-4DB2-BD59-A6C34878D82A}">
                    <a16:rowId xmlns:a16="http://schemas.microsoft.com/office/drawing/2014/main" val="3113172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YOLOv11-P2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0.918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0.918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95.6%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0.570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Excellent for Tiny Objects.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High performance despite fewer epochs.</a:t>
                      </a:r>
                    </a:p>
                  </a:txBody>
                  <a:tcPr marL="62911" marR="62911" marT="41941" marB="41941" anchor="ctr"/>
                </a:tc>
                <a:extLst>
                  <a:ext uri="{0D108BD9-81ED-4DB2-BD59-A6C34878D82A}">
                    <a16:rowId xmlns:a16="http://schemas.microsoft.com/office/drawing/2014/main" val="1094753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RT-DETR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0.944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0.949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94.0%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0.549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Competitive with base paper, comparable to v11.</a:t>
                      </a:r>
                    </a:p>
                  </a:txBody>
                  <a:tcPr marL="62911" marR="62911" marT="41941" marB="41941" anchor="ctr"/>
                </a:tc>
                <a:extLst>
                  <a:ext uri="{0D108BD9-81ED-4DB2-BD59-A6C34878D82A}">
                    <a16:rowId xmlns:a16="http://schemas.microsoft.com/office/drawing/2014/main" val="153754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YOLOv11s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0.927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0.925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94.4%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0.540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Lower performance than P2/v8 on this specific task.</a:t>
                      </a:r>
                    </a:p>
                  </a:txBody>
                  <a:tcPr marL="62911" marR="62911" marT="41941" marB="41941" anchor="ctr"/>
                </a:tc>
                <a:extLst>
                  <a:ext uri="{0D108BD9-81ED-4DB2-BD59-A6C34878D82A}">
                    <a16:rowId xmlns:a16="http://schemas.microsoft.com/office/drawing/2014/main" val="474081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Base Paper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94.6%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62911" marR="62911" marT="41941" marB="4194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Benchmark (YOLOv4 + FAM).</a:t>
                      </a:r>
                    </a:p>
                  </a:txBody>
                  <a:tcPr marL="62911" marR="62911" marT="41941" marB="41941" anchor="ctr"/>
                </a:tc>
                <a:extLst>
                  <a:ext uri="{0D108BD9-81ED-4DB2-BD59-A6C34878D82A}">
                    <a16:rowId xmlns:a16="http://schemas.microsoft.com/office/drawing/2014/main" val="1539545434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DA342CB8-F03B-1D4B-4951-2BDF2830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DETAILS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115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7AF86-2277-E3A9-568C-34D4EEE7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69C713-A8ED-505D-D156-EF627FE51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97" y="348665"/>
            <a:ext cx="11436823" cy="421441"/>
          </a:xfrm>
        </p:spPr>
        <p:txBody>
          <a:bodyPr/>
          <a:lstStyle/>
          <a:p>
            <a:r>
              <a:rPr lang="en-US"/>
              <a:t>IMPLEMENTATION DETAILS</a:t>
            </a:r>
            <a:endParaRPr lang="en-I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2A3879-0A66-1407-CEFE-9B051EF7D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660888"/>
              </p:ext>
            </p:extLst>
          </p:nvPr>
        </p:nvGraphicFramePr>
        <p:xfrm>
          <a:off x="4357396" y="1344404"/>
          <a:ext cx="5900859" cy="2014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97279">
                  <a:extLst>
                    <a:ext uri="{9D8B030D-6E8A-4147-A177-3AD203B41FA5}">
                      <a16:colId xmlns:a16="http://schemas.microsoft.com/office/drawing/2014/main" val="3371626555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3622992373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3824233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IN" sz="1500" b="1" kern="1200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  <a:ea typeface="+mn-ea"/>
                          <a:cs typeface="+mn-cs"/>
                        </a:rPr>
                        <a:t>Metric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IN" sz="1500" b="1" kern="1200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IN" sz="1500" b="1" kern="1200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  <a:ea typeface="+mn-ea"/>
                          <a:cs typeface="+mn-cs"/>
                        </a:rPr>
                        <a:t>Interpretation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788217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Val </a:t>
                      </a:r>
                      <a:r>
                        <a:rPr lang="en-IN" b="1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IoU</a:t>
                      </a: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(Trash)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0.8166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model achieved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81.7% overlap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between predicted and actual trash pixels. This is a high score for irregular floating debris.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22752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Training Loss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0.0127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Indicates the model converged well without overfitting (Validation </a:t>
                      </a:r>
                      <a:r>
                        <a:rPr lang="en-US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IoU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remained stable).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698600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Epochs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model saved at Epoch 39.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26931337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A30BF43-D0C2-B75C-F5A5-C5A9DEDCE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762305"/>
              </p:ext>
            </p:extLst>
          </p:nvPr>
        </p:nvGraphicFramePr>
        <p:xfrm>
          <a:off x="4357396" y="3900594"/>
          <a:ext cx="7509484" cy="2219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711">
                  <a:extLst>
                    <a:ext uri="{9D8B030D-6E8A-4147-A177-3AD203B41FA5}">
                      <a16:colId xmlns:a16="http://schemas.microsoft.com/office/drawing/2014/main" val="4055883015"/>
                    </a:ext>
                  </a:extLst>
                </a:gridCol>
                <a:gridCol w="895382">
                  <a:extLst>
                    <a:ext uri="{9D8B030D-6E8A-4147-A177-3AD203B41FA5}">
                      <a16:colId xmlns:a16="http://schemas.microsoft.com/office/drawing/2014/main" val="2480327124"/>
                    </a:ext>
                  </a:extLst>
                </a:gridCol>
                <a:gridCol w="4581391">
                  <a:extLst>
                    <a:ext uri="{9D8B030D-6E8A-4147-A177-3AD203B41FA5}">
                      <a16:colId xmlns:a16="http://schemas.microsoft.com/office/drawing/2014/main" val="289400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IN" sz="1500" b="1" kern="1200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  <a:ea typeface="+mn-ea"/>
                          <a:cs typeface="+mn-cs"/>
                        </a:rPr>
                        <a:t>Metric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IN" sz="1500" b="1" kern="1200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IN" sz="1500" b="1" kern="1200">
                          <a:solidFill>
                            <a:srgbClr val="1F1F1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oogle Sans Text"/>
                          <a:ea typeface="+mn-ea"/>
                          <a:cs typeface="+mn-cs"/>
                        </a:rPr>
                        <a:t>Interpretation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949909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Silhouette Score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0.8105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Measures how similar an object is to its own cluster compared to other clusters. A score of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0.81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(max 1.0) indicates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excellent separation - 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trash objects are distinct and dense.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307797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Noise Ratio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0.49%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Only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0.49%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of radar points were classified as noise, meaning the sensor data was very clean and the algorithm effectively utilized almost all data points.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840029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Objects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6,280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potential floating objects detected across 2,227 frames.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3715695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7E243A1-25A9-BD73-410D-7EDE20AFDC41}"/>
              </a:ext>
            </a:extLst>
          </p:cNvPr>
          <p:cNvSpPr txBox="1"/>
          <p:nvPr/>
        </p:nvSpPr>
        <p:spPr>
          <a:xfrm>
            <a:off x="1651517" y="2104517"/>
            <a:ext cx="1427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UNET</a:t>
            </a:r>
            <a:endParaRPr lang="en-IN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66BDFB-BD62-2F71-4A9E-6D9FF559EA4E}"/>
              </a:ext>
            </a:extLst>
          </p:cNvPr>
          <p:cNvSpPr txBox="1"/>
          <p:nvPr/>
        </p:nvSpPr>
        <p:spPr>
          <a:xfrm>
            <a:off x="1520884" y="4580239"/>
            <a:ext cx="1586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DBSCAN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194952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video&#10;&#10;AI-generated content may be incorrect.">
            <a:extLst>
              <a:ext uri="{FF2B5EF4-FFF2-40B4-BE49-F238E27FC236}">
                <a16:creationId xmlns:a16="http://schemas.microsoft.com/office/drawing/2014/main" id="{D73C8878-6EC2-A95B-D6F4-5F0E2AD5C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3" y="1136650"/>
            <a:ext cx="10488709" cy="49085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680B859-86B6-B52C-E9C2-068B19FE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UI (Dataset)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CD931-697E-0EC5-62B6-70A64E502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66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video&#10;&#10;AI-generated content may be incorrect.">
            <a:extLst>
              <a:ext uri="{FF2B5EF4-FFF2-40B4-BE49-F238E27FC236}">
                <a16:creationId xmlns:a16="http://schemas.microsoft.com/office/drawing/2014/main" id="{429042B8-BD92-8D9A-12AD-99E4884DD5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51" y="1136650"/>
            <a:ext cx="10444074" cy="49085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3DF9C3E-862E-BA2B-98FA-F7CF5750E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UI (Random image)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32C5A-738F-EB1F-7C24-6DA75E17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200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BD9D3-CCA6-B9E3-9FD5-3138BB53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190" y="134185"/>
            <a:ext cx="8577617" cy="316081"/>
          </a:xfrm>
        </p:spPr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cs typeface="Times New Roman" panose="02020603050405020304" pitchFamily="18" charset="0"/>
              </a:rPr>
              <a:t>References</a:t>
            </a:r>
            <a:endParaRPr lang="en-IN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14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7D6B2-B939-353B-D7DF-218A9FF2FB6D}"/>
              </a:ext>
            </a:extLst>
          </p:cNvPr>
          <p:cNvSpPr txBox="1"/>
          <p:nvPr/>
        </p:nvSpPr>
        <p:spPr>
          <a:xfrm>
            <a:off x="390526" y="905232"/>
            <a:ext cx="114109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[Base Paper]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K. Li, Y. Wang, W. Li, S. Shen, S. Duan, and L. Wang, "Feature augmentation and scale penalty for tiny floating detection," </a:t>
            </a:r>
            <a:r>
              <a:rPr lang="en-US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Machine Learning and Cybernetics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15, pp. 853–862, Sep. 2023. [Online]. Available: 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https://doi.org/10.1007/s13042-023-01943-1</a:t>
            </a:r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 Zhang, Y. Wei, H. Wang, Y. Shao, and J. Shen, "Real-Time Detection of River Surface Floating Object Based on Improved </a:t>
            </a:r>
            <a:r>
              <a:rPr lang="en-US" alt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RefineDet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," </a:t>
            </a:r>
            <a:r>
              <a:rPr lang="en-US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9, pp. 81147–81160, 2021. [Online]. Available: 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https://ieeexplore.ieee.org/document/9447209</a:t>
            </a:r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F. Lin, T. Hou, Q. Jin, and A. You, "Improved YOLO Based Detection Algorithm for Floating Debris in Waterway," </a:t>
            </a:r>
            <a:r>
              <a:rPr lang="en-US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23, no. 9, p. 1111, Sep. 2021. [Online]. Available: 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https://www.mdpi.com/1099-4300/23/9/1111</a:t>
            </a:r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Z. Yi, D. Yao, G. Li, J. Ai, and W. Xie, "Detection and localization for lake floating objects based on CA-Faster R-CNN," </a:t>
            </a:r>
            <a:r>
              <a:rPr lang="en-US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Multimedia Tools and Applications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81, no. 12, pp. 17263–17281, 2022. [Online]. Available: 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https://link.springer.com/article/10.1007/s11042-022-12404-3</a:t>
            </a:r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 Cheng, H. Xu, and Y. Liu, "Robust Small Object Detection on the Water Surface Through Fusion of Camera and Millimeter Wave Radar," in </a:t>
            </a:r>
            <a:r>
              <a:rPr lang="en-US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IEEE/CVF International Conference on Computer Vision (ICCV)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Montreal, QC, Canada, 2021, pp. 15263–15272. [Online]. Available: 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https://ieeexplore.ieee.org/document/9607684</a:t>
            </a:r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alt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Kisantal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Z. </a:t>
            </a:r>
            <a:r>
              <a:rPr lang="en-US" alt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Wojna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 Murawski, J. </a:t>
            </a:r>
            <a:r>
              <a:rPr lang="en-US" alt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Naruniec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K. Cho, "Augmentation for small object detection," </a:t>
            </a:r>
            <a:r>
              <a:rPr lang="en-US" altLang="en-US" sz="1200" i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arXiv:1902.07296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2019. [Online]. Available: 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https://arxiv.org/abs/1902.07296</a:t>
            </a:r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 Liu et al., "SSD: Single Shot </a:t>
            </a:r>
            <a:r>
              <a:rPr lang="en-US" alt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MultiBox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Detector," in </a:t>
            </a:r>
            <a:r>
              <a:rPr lang="en-US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– ECCV 2016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Amsterdam, The Netherlands, 2016, pp. 21–37. [Online]. Available: 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https://link.springer.com/chapter/10.1007/978-3-319-46448-0_2</a:t>
            </a:r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T.-Y. Lin, P. </a:t>
            </a:r>
            <a:r>
              <a:rPr lang="en-US" alt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Dollár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lang="en-US" altLang="en-US" sz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Girshick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K. He, B. Hariharan, and S. Belongie, "Feature Pyramid Networks for Object Detection," in </a:t>
            </a:r>
            <a:r>
              <a:rPr lang="en-US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 Conference on Computer Vision and Pattern Recognition (CVPR)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Honolulu, HI, USA, 2017, pp. 2117–2125. [Online]. Available: 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https://ieeexplore.ieee.org/document/8099589</a:t>
            </a:r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Leng, Y. Ren, W. Jiang, X. Sun, and Y. Wang, "Realize your surroundings: Exploiting context information for small object detection," </a:t>
            </a:r>
            <a:r>
              <a:rPr lang="en-US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Neurocomputing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433, pp. 287–299, 2021. [Online]. Available: 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https://doi.org/10.1016/j.neucom.2020.12.093</a:t>
            </a:r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 Bai, Y. Zhang, M. Ding, and B. Ghanem, "SOD-MTGAN: Small Object Detection via Multi-Task Generative Adversarial Network," in </a:t>
            </a:r>
            <a:r>
              <a:rPr lang="en-US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European Conference on Computer Vision (ECCV)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Munich, Germany, 2018, pp. 206–221. [Online]. Available: 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https://openaccess.thecvf.com/content_ECCV_2018/html/Yancheng_Bai_SOD-MTGAN_Small_Object_ECCV_2018_paper.html</a:t>
            </a:r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6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479AC-301D-D7FC-0AF2-622D8924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20F8CF5A-DCF1-DF35-D16C-2196CE034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2579607"/>
            <a:ext cx="77724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/>
              <a:t>THANK YOU</a:t>
            </a:r>
            <a:endParaRPr lang="en-IN" sz="6600"/>
          </a:p>
        </p:txBody>
      </p:sp>
    </p:spTree>
    <p:extLst>
      <p:ext uri="{BB962C8B-B14F-4D97-AF65-F5344CB8AC3E}">
        <p14:creationId xmlns:p14="http://schemas.microsoft.com/office/powerpoint/2010/main" val="2480834317"/>
      </p:ext>
    </p:extLst>
  </p:cSld>
  <p:clrMapOvr>
    <a:masterClrMapping/>
  </p:clrMapOvr>
</p:sld>
</file>

<file path=ppt/theme/theme1.xml><?xml version="1.0" encoding="utf-8"?>
<a:theme xmlns:a="http://schemas.openxmlformats.org/drawingml/2006/main" name="NAAC PRT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AC PRT Template [Compatibility Mode]" id="{A3D2B74B-B15B-466F-9768-BD91F499C34C}" vid="{0E57DE27-252B-4995-BE16-123377BD3E9E}"/>
    </a:ext>
  </a:extLst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2145</Words>
  <Application>Microsoft Office PowerPoint</Application>
  <PresentationFormat>Widescreen</PresentationFormat>
  <Paragraphs>337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Georgia</vt:lpstr>
      <vt:lpstr>Google Sans Text</vt:lpstr>
      <vt:lpstr>Times New Roman</vt:lpstr>
      <vt:lpstr>Wingdings</vt:lpstr>
      <vt:lpstr>NAAC PRT Template</vt:lpstr>
      <vt:lpstr>PowerPoint Presentation</vt:lpstr>
      <vt:lpstr>INTRODUCTION</vt:lpstr>
      <vt:lpstr>PowerPoint Presentation</vt:lpstr>
      <vt:lpstr>Literature Survey</vt:lpstr>
      <vt:lpstr>Literature Survey</vt:lpstr>
      <vt:lpstr>PowerPoint Presentation</vt:lpstr>
      <vt:lpstr>DESIGN</vt:lpstr>
      <vt:lpstr>DESIGN</vt:lpstr>
      <vt:lpstr>MODULES</vt:lpstr>
      <vt:lpstr>IMPLEMENTATION DETAILS</vt:lpstr>
      <vt:lpstr>IMPLEMENTATION DETAILS</vt:lpstr>
      <vt:lpstr>UI (Dataset)</vt:lpstr>
      <vt:lpstr>UI (Random image)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lastModifiedBy>KIRAN KISHORE-[BL.EN.U4CSE23024]</cp:lastModifiedBy>
  <cp:revision>1</cp:revision>
  <dcterms:modified xsi:type="dcterms:W3CDTF">2025-11-27T05:32:52Z</dcterms:modified>
</cp:coreProperties>
</file>